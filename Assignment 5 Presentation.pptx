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45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CD9ADAD-B846-4F42-9EFA-5D3EC76FF5F9}" v="35" dt="2026-10-23T14:39:21.33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shra zahid" userId="cbb1d145a196841b" providerId="Windows Live" clId="Web-{2CD9ADAD-B846-4F42-9EFA-5D3EC76FF5F9}"/>
    <pc:docChg chg="mod addSld modSld addMainMaster delMainMaster">
      <pc:chgData name="nashra zahid" userId="cbb1d145a196841b" providerId="Windows Live" clId="Web-{2CD9ADAD-B846-4F42-9EFA-5D3EC76FF5F9}" dt="2026-10-23T14:39:39.973" v="49"/>
      <pc:docMkLst>
        <pc:docMk/>
      </pc:docMkLst>
      <pc:sldChg chg="addSp delSp modSp mod setBg modClrScheme delDesignElem chgLayout">
        <pc:chgData name="nashra zahid" userId="cbb1d145a196841b" providerId="Windows Live" clId="Web-{2CD9ADAD-B846-4F42-9EFA-5D3EC76FF5F9}" dt="2026-10-23T14:34:35.981" v="33"/>
        <pc:sldMkLst>
          <pc:docMk/>
          <pc:sldMk cId="109857222" sldId="256"/>
        </pc:sldMkLst>
        <pc:spChg chg="mod ord">
          <ac:chgData name="nashra zahid" userId="cbb1d145a196841b" providerId="Windows Live" clId="Web-{2CD9ADAD-B846-4F42-9EFA-5D3EC76FF5F9}" dt="2026-10-23T14:34:35.981" v="33"/>
          <ac:spMkLst>
            <pc:docMk/>
            <pc:sldMk cId="109857222" sldId="256"/>
            <ac:spMk id="2" creationId="{00000000-0000-0000-0000-000000000000}"/>
          </ac:spMkLst>
        </pc:spChg>
        <pc:spChg chg="mod ord">
          <ac:chgData name="nashra zahid" userId="cbb1d145a196841b" providerId="Windows Live" clId="Web-{2CD9ADAD-B846-4F42-9EFA-5D3EC76FF5F9}" dt="2026-10-23T14:34:35.981" v="33"/>
          <ac:spMkLst>
            <pc:docMk/>
            <pc:sldMk cId="109857222" sldId="256"/>
            <ac:spMk id="3" creationId="{00000000-0000-0000-0000-000000000000}"/>
          </ac:spMkLst>
        </pc:spChg>
        <pc:spChg chg="add del">
          <ac:chgData name="nashra zahid" userId="cbb1d145a196841b" providerId="Windows Live" clId="Web-{2CD9ADAD-B846-4F42-9EFA-5D3EC76FF5F9}" dt="2026-10-23T14:11:05.981" v="4"/>
          <ac:spMkLst>
            <pc:docMk/>
            <pc:sldMk cId="109857222" sldId="256"/>
            <ac:spMk id="8" creationId="{3011B0B3-5679-4759-90B8-3B908C4CBD21}"/>
          </ac:spMkLst>
        </pc:spChg>
        <pc:spChg chg="add del">
          <ac:chgData name="nashra zahid" userId="cbb1d145a196841b" providerId="Windows Live" clId="Web-{2CD9ADAD-B846-4F42-9EFA-5D3EC76FF5F9}" dt="2026-10-23T14:12:31.968" v="6"/>
          <ac:spMkLst>
            <pc:docMk/>
            <pc:sldMk cId="109857222" sldId="256"/>
            <ac:spMk id="12" creationId="{1DD8BF3B-6066-418C-8D1A-75C5E396FC04}"/>
          </ac:spMkLst>
        </pc:spChg>
        <pc:spChg chg="add del">
          <ac:chgData name="nashra zahid" userId="cbb1d145a196841b" providerId="Windows Live" clId="Web-{2CD9ADAD-B846-4F42-9EFA-5D3EC76FF5F9}" dt="2026-10-23T14:12:31.968" v="6"/>
          <ac:spMkLst>
            <pc:docMk/>
            <pc:sldMk cId="109857222" sldId="256"/>
            <ac:spMk id="14" creationId="{80BC66F9-7A74-4286-AD22-1174052CC22C}"/>
          </ac:spMkLst>
        </pc:spChg>
        <pc:spChg chg="add del">
          <ac:chgData name="nashra zahid" userId="cbb1d145a196841b" providerId="Windows Live" clId="Web-{2CD9ADAD-B846-4F42-9EFA-5D3EC76FF5F9}" dt="2026-10-23T14:12:31.968" v="6"/>
          <ac:spMkLst>
            <pc:docMk/>
            <pc:sldMk cId="109857222" sldId="256"/>
            <ac:spMk id="16" creationId="{D8142CC3-2B5C-48E6-9DF0-6C8ACBAF23EF}"/>
          </ac:spMkLst>
        </pc:spChg>
        <pc:spChg chg="add del">
          <ac:chgData name="nashra zahid" userId="cbb1d145a196841b" providerId="Windows Live" clId="Web-{2CD9ADAD-B846-4F42-9EFA-5D3EC76FF5F9}" dt="2026-10-23T14:12:31.968" v="6"/>
          <ac:spMkLst>
            <pc:docMk/>
            <pc:sldMk cId="109857222" sldId="256"/>
            <ac:spMk id="20" creationId="{46A89C79-8EF3-4AF9-B3D9-59A883F41C83}"/>
          </ac:spMkLst>
        </pc:spChg>
        <pc:spChg chg="add del">
          <ac:chgData name="nashra zahid" userId="cbb1d145a196841b" providerId="Windows Live" clId="Web-{2CD9ADAD-B846-4F42-9EFA-5D3EC76FF5F9}" dt="2026-10-23T14:12:31.968" v="6"/>
          <ac:spMkLst>
            <pc:docMk/>
            <pc:sldMk cId="109857222" sldId="256"/>
            <ac:spMk id="22" creationId="{EFE5CE34-4543-42E5-B82C-1F3D12422CDD}"/>
          </ac:spMkLst>
        </pc:spChg>
        <pc:spChg chg="add del">
          <ac:chgData name="nashra zahid" userId="cbb1d145a196841b" providerId="Windows Live" clId="Web-{2CD9ADAD-B846-4F42-9EFA-5D3EC76FF5F9}" dt="2026-10-23T14:12:31.968" v="6"/>
          <ac:spMkLst>
            <pc:docMk/>
            <pc:sldMk cId="109857222" sldId="256"/>
            <ac:spMk id="24" creationId="{72AF41FE-63D7-4695-81D2-66D2510E4486}"/>
          </ac:spMkLst>
        </pc:spChg>
        <pc:spChg chg="add del">
          <ac:chgData name="nashra zahid" userId="cbb1d145a196841b" providerId="Windows Live" clId="Web-{2CD9ADAD-B846-4F42-9EFA-5D3EC76FF5F9}" dt="2026-10-23T14:12:31.968" v="6"/>
          <ac:spMkLst>
            <pc:docMk/>
            <pc:sldMk cId="109857222" sldId="256"/>
            <ac:spMk id="25" creationId="{46F1F2C8-798B-4CCE-A851-94AFAF350BED}"/>
          </ac:spMkLst>
        </pc:spChg>
        <pc:spChg chg="add del">
          <ac:chgData name="nashra zahid" userId="cbb1d145a196841b" providerId="Windows Live" clId="Web-{2CD9ADAD-B846-4F42-9EFA-5D3EC76FF5F9}" dt="2026-10-23T14:12:31.968" v="6"/>
          <ac:spMkLst>
            <pc:docMk/>
            <pc:sldMk cId="109857222" sldId="256"/>
            <ac:spMk id="26" creationId="{755E9CD0-04B0-4A3C-B291-AD913379C713}"/>
          </ac:spMkLst>
        </pc:spChg>
        <pc:spChg chg="add del">
          <ac:chgData name="nashra zahid" userId="cbb1d145a196841b" providerId="Windows Live" clId="Web-{2CD9ADAD-B846-4F42-9EFA-5D3EC76FF5F9}" dt="2026-10-23T14:13:16.079" v="8"/>
          <ac:spMkLst>
            <pc:docMk/>
            <pc:sldMk cId="109857222" sldId="256"/>
            <ac:spMk id="28" creationId="{DEF92653-5D6D-47E6-8744-0DAF76E049C4}"/>
          </ac:spMkLst>
        </pc:spChg>
        <pc:spChg chg="add del">
          <ac:chgData name="nashra zahid" userId="cbb1d145a196841b" providerId="Windows Live" clId="Web-{2CD9ADAD-B846-4F42-9EFA-5D3EC76FF5F9}" dt="2026-10-23T14:29:09.175" v="20"/>
          <ac:spMkLst>
            <pc:docMk/>
            <pc:sldMk cId="109857222" sldId="256"/>
            <ac:spMk id="31" creationId="{FB8ECA89-3FD7-4BB2-A39F-923046763693}"/>
          </ac:spMkLst>
        </pc:spChg>
        <pc:spChg chg="add del">
          <ac:chgData name="nashra zahid" userId="cbb1d145a196841b" providerId="Windows Live" clId="Web-{2CD9ADAD-B846-4F42-9EFA-5D3EC76FF5F9}" dt="2026-10-23T14:29:09.175" v="20"/>
          <ac:spMkLst>
            <pc:docMk/>
            <pc:sldMk cId="109857222" sldId="256"/>
            <ac:spMk id="32" creationId="{54F2D2D6-8669-4EA9-A05C-2A810ECFCFAE}"/>
          </ac:spMkLst>
        </pc:spChg>
        <pc:spChg chg="add del">
          <ac:chgData name="nashra zahid" userId="cbb1d145a196841b" providerId="Windows Live" clId="Web-{2CD9ADAD-B846-4F42-9EFA-5D3EC76FF5F9}" dt="2026-10-23T14:29:09.175" v="20"/>
          <ac:spMkLst>
            <pc:docMk/>
            <pc:sldMk cId="109857222" sldId="256"/>
            <ac:spMk id="33" creationId="{F151AF58-5E9F-478C-896B-D261D731B975}"/>
          </ac:spMkLst>
        </pc:spChg>
        <pc:grpChg chg="add del">
          <ac:chgData name="nashra zahid" userId="cbb1d145a196841b" providerId="Windows Live" clId="Web-{2CD9ADAD-B846-4F42-9EFA-5D3EC76FF5F9}" dt="2026-10-23T14:11:05.981" v="4"/>
          <ac:grpSpMkLst>
            <pc:docMk/>
            <pc:sldMk cId="109857222" sldId="256"/>
            <ac:grpSpMk id="10" creationId="{49E013D9-9421-47E7-9080-30F6E544BE45}"/>
          </ac:grpSpMkLst>
        </pc:grpChg>
        <pc:cxnChg chg="add del">
          <ac:chgData name="nashra zahid" userId="cbb1d145a196841b" providerId="Windows Live" clId="Web-{2CD9ADAD-B846-4F42-9EFA-5D3EC76FF5F9}" dt="2026-10-23T14:13:16.079" v="8"/>
          <ac:cxnSpMkLst>
            <pc:docMk/>
            <pc:sldMk cId="109857222" sldId="256"/>
            <ac:cxnSpMk id="29" creationId="{9CA98CE3-81A7-4FFE-A047-9AA65998D877}"/>
          </ac:cxnSpMkLst>
        </pc:cxnChg>
      </pc:sldChg>
      <pc:sldChg chg="addSp delSp modSp new mod setBg modClrScheme delDesignElem chgLayout">
        <pc:chgData name="nashra zahid" userId="cbb1d145a196841b" providerId="Windows Live" clId="Web-{2CD9ADAD-B846-4F42-9EFA-5D3EC76FF5F9}" dt="2026-10-23T14:39:39.973" v="49"/>
        <pc:sldMkLst>
          <pc:docMk/>
          <pc:sldMk cId="2557502099" sldId="257"/>
        </pc:sldMkLst>
        <pc:spChg chg="mod ord">
          <ac:chgData name="nashra zahid" userId="cbb1d145a196841b" providerId="Windows Live" clId="Web-{2CD9ADAD-B846-4F42-9EFA-5D3EC76FF5F9}" dt="2026-10-23T14:39:39.973" v="49"/>
          <ac:spMkLst>
            <pc:docMk/>
            <pc:sldMk cId="2557502099" sldId="257"/>
            <ac:spMk id="2" creationId="{15E19FBA-33FC-BAD6-C2B3-F48D2607844D}"/>
          </ac:spMkLst>
        </pc:spChg>
        <pc:spChg chg="del mod ord">
          <ac:chgData name="nashra zahid" userId="cbb1d145a196841b" providerId="Windows Live" clId="Web-{2CD9ADAD-B846-4F42-9EFA-5D3EC76FF5F9}" dt="2026-10-23T14:39:39.973" v="49"/>
          <ac:spMkLst>
            <pc:docMk/>
            <pc:sldMk cId="2557502099" sldId="257"/>
            <ac:spMk id="3" creationId="{CE4EC644-0616-E8A0-E821-5EC68CB8F047}"/>
          </ac:spMkLst>
        </pc:spChg>
        <pc:spChg chg="add del">
          <ac:chgData name="nashra zahid" userId="cbb1d145a196841b" providerId="Windows Live" clId="Web-{2CD9ADAD-B846-4F42-9EFA-5D3EC76FF5F9}" dt="2026-10-23T14:29:09.175" v="20"/>
          <ac:spMkLst>
            <pc:docMk/>
            <pc:sldMk cId="2557502099" sldId="257"/>
            <ac:spMk id="8" creationId="{23BB7E73-E730-42EA-AACE-D1E323EA547E}"/>
          </ac:spMkLst>
        </pc:spChg>
        <pc:spChg chg="add">
          <ac:chgData name="nashra zahid" userId="cbb1d145a196841b" providerId="Windows Live" clId="Web-{2CD9ADAD-B846-4F42-9EFA-5D3EC76FF5F9}" dt="2026-10-23T14:39:39.973" v="49"/>
          <ac:spMkLst>
            <pc:docMk/>
            <pc:sldMk cId="2557502099" sldId="257"/>
            <ac:spMk id="9" creationId="{B5E4CBEC-18A2-4509-A45D-D5E653582CED}"/>
          </ac:spMkLst>
        </pc:spChg>
        <pc:spChg chg="add del">
          <ac:chgData name="nashra zahid" userId="cbb1d145a196841b" providerId="Windows Live" clId="Web-{2CD9ADAD-B846-4F42-9EFA-5D3EC76FF5F9}" dt="2026-10-23T14:29:09.175" v="20"/>
          <ac:spMkLst>
            <pc:docMk/>
            <pc:sldMk cId="2557502099" sldId="257"/>
            <ac:spMk id="10" creationId="{F1F6C2E9-B316-4410-88E5-74F044FC3575}"/>
          </ac:spMkLst>
        </pc:spChg>
        <pc:spChg chg="add">
          <ac:chgData name="nashra zahid" userId="cbb1d145a196841b" providerId="Windows Live" clId="Web-{2CD9ADAD-B846-4F42-9EFA-5D3EC76FF5F9}" dt="2026-10-23T14:39:39.973" v="49"/>
          <ac:spMkLst>
            <pc:docMk/>
            <pc:sldMk cId="2557502099" sldId="257"/>
            <ac:spMk id="11" creationId="{0A5EA4A7-4381-4FC6-AA9A-C9EA77B84F8A}"/>
          </ac:spMkLst>
        </pc:spChg>
        <pc:spChg chg="add del">
          <ac:chgData name="nashra zahid" userId="cbb1d145a196841b" providerId="Windows Live" clId="Web-{2CD9ADAD-B846-4F42-9EFA-5D3EC76FF5F9}" dt="2026-10-23T14:29:09.175" v="20"/>
          <ac:spMkLst>
            <pc:docMk/>
            <pc:sldMk cId="2557502099" sldId="257"/>
            <ac:spMk id="12" creationId="{83D07262-43A6-451F-9B19-77B943C6399D}"/>
          </ac:spMkLst>
        </pc:spChg>
        <pc:spChg chg="add">
          <ac:chgData name="nashra zahid" userId="cbb1d145a196841b" providerId="Windows Live" clId="Web-{2CD9ADAD-B846-4F42-9EFA-5D3EC76FF5F9}" dt="2026-10-23T14:39:39.973" v="49"/>
          <ac:spMkLst>
            <pc:docMk/>
            <pc:sldMk cId="2557502099" sldId="257"/>
            <ac:spMk id="13" creationId="{E6295D53-0474-4725-85BE-1F15FCC2D97F}"/>
          </ac:spMkLst>
        </pc:spChg>
        <pc:graphicFrameChg chg="add">
          <ac:chgData name="nashra zahid" userId="cbb1d145a196841b" providerId="Windows Live" clId="Web-{2CD9ADAD-B846-4F42-9EFA-5D3EC76FF5F9}" dt="2026-10-23T14:39:39.973" v="49"/>
          <ac:graphicFrameMkLst>
            <pc:docMk/>
            <pc:sldMk cId="2557502099" sldId="257"/>
            <ac:graphicFrameMk id="5" creationId="{78E650AC-260F-245B-B75A-2AB063D324FF}"/>
          </ac:graphicFrameMkLst>
        </pc:graphicFrameChg>
      </pc:sldChg>
      <pc:sldChg chg="addSp delSp modSp new mod setBg modClrScheme delDesignElem chgLayout">
        <pc:chgData name="nashra zahid" userId="cbb1d145a196841b" providerId="Windows Live" clId="Web-{2CD9ADAD-B846-4F42-9EFA-5D3EC76FF5F9}" dt="2026-10-23T14:34:35.981" v="33"/>
        <pc:sldMkLst>
          <pc:docMk/>
          <pc:sldMk cId="3899785757" sldId="258"/>
        </pc:sldMkLst>
        <pc:spChg chg="mod ord">
          <ac:chgData name="nashra zahid" userId="cbb1d145a196841b" providerId="Windows Live" clId="Web-{2CD9ADAD-B846-4F42-9EFA-5D3EC76FF5F9}" dt="2026-10-23T14:34:35.981" v="33"/>
          <ac:spMkLst>
            <pc:docMk/>
            <pc:sldMk cId="3899785757" sldId="258"/>
            <ac:spMk id="2" creationId="{0B45F7B3-4195-6363-21D4-199D4855FBDC}"/>
          </ac:spMkLst>
        </pc:spChg>
        <pc:spChg chg="mod ord">
          <ac:chgData name="nashra zahid" userId="cbb1d145a196841b" providerId="Windows Live" clId="Web-{2CD9ADAD-B846-4F42-9EFA-5D3EC76FF5F9}" dt="2026-10-23T14:34:35.981" v="33"/>
          <ac:spMkLst>
            <pc:docMk/>
            <pc:sldMk cId="3899785757" sldId="258"/>
            <ac:spMk id="3" creationId="{DFD3AE00-8265-2B01-E176-D15CECBC2640}"/>
          </ac:spMkLst>
        </pc:spChg>
        <pc:spChg chg="add del">
          <ac:chgData name="nashra zahid" userId="cbb1d145a196841b" providerId="Windows Live" clId="Web-{2CD9ADAD-B846-4F42-9EFA-5D3EC76FF5F9}" dt="2026-10-23T14:29:09.175" v="20"/>
          <ac:spMkLst>
            <pc:docMk/>
            <pc:sldMk cId="3899785757" sldId="258"/>
            <ac:spMk id="9" creationId="{C868C70C-E5C4-CD47-888C-FCB3373B6D38}"/>
          </ac:spMkLst>
        </pc:spChg>
        <pc:spChg chg="add del">
          <ac:chgData name="nashra zahid" userId="cbb1d145a196841b" providerId="Windows Live" clId="Web-{2CD9ADAD-B846-4F42-9EFA-5D3EC76FF5F9}" dt="2026-10-23T14:29:09.175" v="20"/>
          <ac:spMkLst>
            <pc:docMk/>
            <pc:sldMk cId="3899785757" sldId="258"/>
            <ac:spMk id="11" creationId="{D8C68F39-5E8A-844C-A8FD-394F253C1E5F}"/>
          </ac:spMkLst>
        </pc:spChg>
        <pc:spChg chg="add del">
          <ac:chgData name="nashra zahid" userId="cbb1d145a196841b" providerId="Windows Live" clId="Web-{2CD9ADAD-B846-4F42-9EFA-5D3EC76FF5F9}" dt="2026-10-23T14:29:09.175" v="20"/>
          <ac:spMkLst>
            <pc:docMk/>
            <pc:sldMk cId="3899785757" sldId="258"/>
            <ac:spMk id="13" creationId="{BC583CEB-AC2B-2640-94F6-5958E6BC5BAB}"/>
          </ac:spMkLst>
        </pc:spChg>
        <pc:picChg chg="add mod">
          <ac:chgData name="nashra zahid" userId="cbb1d145a196841b" providerId="Windows Live" clId="Web-{2CD9ADAD-B846-4F42-9EFA-5D3EC76FF5F9}" dt="2026-10-23T14:16:33.600" v="19"/>
          <ac:picMkLst>
            <pc:docMk/>
            <pc:sldMk cId="3899785757" sldId="258"/>
            <ac:picMk id="4" creationId="{819AB462-1E21-987A-6E87-9AA0B8535A9D}"/>
          </ac:picMkLst>
        </pc:picChg>
      </pc:sldChg>
      <pc:sldChg chg="addSp delSp modSp new mod modClrScheme chgLayout">
        <pc:chgData name="nashra zahid" userId="cbb1d145a196841b" providerId="Windows Live" clId="Web-{2CD9ADAD-B846-4F42-9EFA-5D3EC76FF5F9}" dt="2026-10-23T14:39:21.332" v="48"/>
        <pc:sldMkLst>
          <pc:docMk/>
          <pc:sldMk cId="2904717569" sldId="259"/>
        </pc:sldMkLst>
        <pc:spChg chg="mod ord">
          <ac:chgData name="nashra zahid" userId="cbb1d145a196841b" providerId="Windows Live" clId="Web-{2CD9ADAD-B846-4F42-9EFA-5D3EC76FF5F9}" dt="2026-10-23T14:34:35.981" v="33"/>
          <ac:spMkLst>
            <pc:docMk/>
            <pc:sldMk cId="2904717569" sldId="259"/>
            <ac:spMk id="2" creationId="{59F50EFA-90E2-72A2-2356-5F62E75865A6}"/>
          </ac:spMkLst>
        </pc:spChg>
        <pc:spChg chg="del mod ord">
          <ac:chgData name="nashra zahid" userId="cbb1d145a196841b" providerId="Windows Live" clId="Web-{2CD9ADAD-B846-4F42-9EFA-5D3EC76FF5F9}" dt="2026-10-23T14:39:21.332" v="48"/>
          <ac:spMkLst>
            <pc:docMk/>
            <pc:sldMk cId="2904717569" sldId="259"/>
            <ac:spMk id="3" creationId="{8DE4B0DC-2E9A-0323-576B-DE93D55DA091}"/>
          </ac:spMkLst>
        </pc:spChg>
        <pc:graphicFrameChg chg="add">
          <ac:chgData name="nashra zahid" userId="cbb1d145a196841b" providerId="Windows Live" clId="Web-{2CD9ADAD-B846-4F42-9EFA-5D3EC76FF5F9}" dt="2026-10-23T14:39:21.332" v="48"/>
          <ac:graphicFrameMkLst>
            <pc:docMk/>
            <pc:sldMk cId="2904717569" sldId="259"/>
            <ac:graphicFrameMk id="5" creationId="{A0471F51-9238-04CB-D38C-86653E6FBFE1}"/>
          </ac:graphicFrameMkLst>
        </pc:graphicFrameChg>
      </pc:sldChg>
      <pc:sldChg chg="addSp delSp modSp new mod setBg">
        <pc:chgData name="nashra zahid" userId="cbb1d145a196841b" providerId="Windows Live" clId="Web-{2CD9ADAD-B846-4F42-9EFA-5D3EC76FF5F9}" dt="2026-10-23T14:38:45.034" v="47"/>
        <pc:sldMkLst>
          <pc:docMk/>
          <pc:sldMk cId="1598201584" sldId="260"/>
        </pc:sldMkLst>
        <pc:spChg chg="mod">
          <ac:chgData name="nashra zahid" userId="cbb1d145a196841b" providerId="Windows Live" clId="Web-{2CD9ADAD-B846-4F42-9EFA-5D3EC76FF5F9}" dt="2026-10-23T14:38:45.034" v="47"/>
          <ac:spMkLst>
            <pc:docMk/>
            <pc:sldMk cId="1598201584" sldId="260"/>
            <ac:spMk id="2" creationId="{92C20483-AA9B-2338-B13E-A6AFC8547AD4}"/>
          </ac:spMkLst>
        </pc:spChg>
        <pc:spChg chg="del mod">
          <ac:chgData name="nashra zahid" userId="cbb1d145a196841b" providerId="Windows Live" clId="Web-{2CD9ADAD-B846-4F42-9EFA-5D3EC76FF5F9}" dt="2026-10-23T14:38:45.034" v="47"/>
          <ac:spMkLst>
            <pc:docMk/>
            <pc:sldMk cId="1598201584" sldId="260"/>
            <ac:spMk id="3" creationId="{D6BB62D7-DAD3-1128-798A-797722E4C0B5}"/>
          </ac:spMkLst>
        </pc:spChg>
        <pc:spChg chg="add">
          <ac:chgData name="nashra zahid" userId="cbb1d145a196841b" providerId="Windows Live" clId="Web-{2CD9ADAD-B846-4F42-9EFA-5D3EC76FF5F9}" dt="2026-10-23T14:38:45.034" v="47"/>
          <ac:spMkLst>
            <pc:docMk/>
            <pc:sldMk cId="1598201584" sldId="260"/>
            <ac:spMk id="9" creationId="{C8C9F670-D457-4F9E-BDA1-B6468C7782EB}"/>
          </ac:spMkLst>
        </pc:spChg>
        <pc:spChg chg="add">
          <ac:chgData name="nashra zahid" userId="cbb1d145a196841b" providerId="Windows Live" clId="Web-{2CD9ADAD-B846-4F42-9EFA-5D3EC76FF5F9}" dt="2026-10-23T14:38:45.034" v="47"/>
          <ac:spMkLst>
            <pc:docMk/>
            <pc:sldMk cId="1598201584" sldId="260"/>
            <ac:spMk id="11" creationId="{240E2333-C7BB-42CB-A674-0BE0C8ED7B26}"/>
          </ac:spMkLst>
        </pc:spChg>
        <pc:spChg chg="add">
          <ac:chgData name="nashra zahid" userId="cbb1d145a196841b" providerId="Windows Live" clId="Web-{2CD9ADAD-B846-4F42-9EFA-5D3EC76FF5F9}" dt="2026-10-23T14:38:45.034" v="47"/>
          <ac:spMkLst>
            <pc:docMk/>
            <pc:sldMk cId="1598201584" sldId="260"/>
            <ac:spMk id="13" creationId="{6CADF7DA-72EF-4990-9F27-D443BAF7D83E}"/>
          </ac:spMkLst>
        </pc:spChg>
        <pc:graphicFrameChg chg="add">
          <ac:chgData name="nashra zahid" userId="cbb1d145a196841b" providerId="Windows Live" clId="Web-{2CD9ADAD-B846-4F42-9EFA-5D3EC76FF5F9}" dt="2026-10-23T14:38:45.034" v="47"/>
          <ac:graphicFrameMkLst>
            <pc:docMk/>
            <pc:sldMk cId="1598201584" sldId="260"/>
            <ac:graphicFrameMk id="5" creationId="{9D755B81-585C-6D5A-4727-5BA2FC582A68}"/>
          </ac:graphicFrameMkLst>
        </pc:graphicFrameChg>
      </pc:sldChg>
      <pc:sldChg chg="addSp delSp modSp new mod setBg">
        <pc:chgData name="nashra zahid" userId="cbb1d145a196841b" providerId="Windows Live" clId="Web-{2CD9ADAD-B846-4F42-9EFA-5D3EC76FF5F9}" dt="2026-10-23T14:38:23.392" v="46"/>
        <pc:sldMkLst>
          <pc:docMk/>
          <pc:sldMk cId="4095250192" sldId="261"/>
        </pc:sldMkLst>
        <pc:spChg chg="mod">
          <ac:chgData name="nashra zahid" userId="cbb1d145a196841b" providerId="Windows Live" clId="Web-{2CD9ADAD-B846-4F42-9EFA-5D3EC76FF5F9}" dt="2026-10-23T14:38:23.392" v="46"/>
          <ac:spMkLst>
            <pc:docMk/>
            <pc:sldMk cId="4095250192" sldId="261"/>
            <ac:spMk id="2" creationId="{EC1FAD41-AE6B-ACA9-3777-3D3E8F48B273}"/>
          </ac:spMkLst>
        </pc:spChg>
        <pc:spChg chg="del mod">
          <ac:chgData name="nashra zahid" userId="cbb1d145a196841b" providerId="Windows Live" clId="Web-{2CD9ADAD-B846-4F42-9EFA-5D3EC76FF5F9}" dt="2026-10-23T14:38:23.392" v="46"/>
          <ac:spMkLst>
            <pc:docMk/>
            <pc:sldMk cId="4095250192" sldId="261"/>
            <ac:spMk id="3" creationId="{165C78E8-451E-127B-78CC-7911AAAA2CAC}"/>
          </ac:spMkLst>
        </pc:spChg>
        <pc:spChg chg="add">
          <ac:chgData name="nashra zahid" userId="cbb1d145a196841b" providerId="Windows Live" clId="Web-{2CD9ADAD-B846-4F42-9EFA-5D3EC76FF5F9}" dt="2026-10-23T14:38:23.392" v="46"/>
          <ac:spMkLst>
            <pc:docMk/>
            <pc:sldMk cId="4095250192" sldId="261"/>
            <ac:spMk id="9" creationId="{B5E4CBEC-18A2-4509-A45D-D5E653582CED}"/>
          </ac:spMkLst>
        </pc:spChg>
        <pc:spChg chg="add">
          <ac:chgData name="nashra zahid" userId="cbb1d145a196841b" providerId="Windows Live" clId="Web-{2CD9ADAD-B846-4F42-9EFA-5D3EC76FF5F9}" dt="2026-10-23T14:38:23.392" v="46"/>
          <ac:spMkLst>
            <pc:docMk/>
            <pc:sldMk cId="4095250192" sldId="261"/>
            <ac:spMk id="11" creationId="{0A5EA4A7-4381-4FC6-AA9A-C9EA77B84F8A}"/>
          </ac:spMkLst>
        </pc:spChg>
        <pc:spChg chg="add">
          <ac:chgData name="nashra zahid" userId="cbb1d145a196841b" providerId="Windows Live" clId="Web-{2CD9ADAD-B846-4F42-9EFA-5D3EC76FF5F9}" dt="2026-10-23T14:38:23.392" v="46"/>
          <ac:spMkLst>
            <pc:docMk/>
            <pc:sldMk cId="4095250192" sldId="261"/>
            <ac:spMk id="13" creationId="{E6295D53-0474-4725-85BE-1F15FCC2D97F}"/>
          </ac:spMkLst>
        </pc:spChg>
        <pc:graphicFrameChg chg="add">
          <ac:chgData name="nashra zahid" userId="cbb1d145a196841b" providerId="Windows Live" clId="Web-{2CD9ADAD-B846-4F42-9EFA-5D3EC76FF5F9}" dt="2026-10-23T14:38:23.392" v="46"/>
          <ac:graphicFrameMkLst>
            <pc:docMk/>
            <pc:sldMk cId="4095250192" sldId="261"/>
            <ac:graphicFrameMk id="5" creationId="{D8DAB5B4-BA41-3314-DC92-31BFB01D4535}"/>
          </ac:graphicFrameMkLst>
        </pc:graphicFrameChg>
      </pc:sldChg>
      <pc:sldChg chg="addSp modSp new mod setBg">
        <pc:chgData name="nashra zahid" userId="cbb1d145a196841b" providerId="Windows Live" clId="Web-{2CD9ADAD-B846-4F42-9EFA-5D3EC76FF5F9}" dt="2026-10-23T14:38:07.048" v="45"/>
        <pc:sldMkLst>
          <pc:docMk/>
          <pc:sldMk cId="2732415661" sldId="262"/>
        </pc:sldMkLst>
        <pc:spChg chg="mod">
          <ac:chgData name="nashra zahid" userId="cbb1d145a196841b" providerId="Windows Live" clId="Web-{2CD9ADAD-B846-4F42-9EFA-5D3EC76FF5F9}" dt="2026-10-23T14:38:07.048" v="45"/>
          <ac:spMkLst>
            <pc:docMk/>
            <pc:sldMk cId="2732415661" sldId="262"/>
            <ac:spMk id="2" creationId="{723BBB36-1ECA-B43F-4B96-69F916EC2744}"/>
          </ac:spMkLst>
        </pc:spChg>
        <pc:spChg chg="mod">
          <ac:chgData name="nashra zahid" userId="cbb1d145a196841b" providerId="Windows Live" clId="Web-{2CD9ADAD-B846-4F42-9EFA-5D3EC76FF5F9}" dt="2026-10-23T14:38:07.048" v="45"/>
          <ac:spMkLst>
            <pc:docMk/>
            <pc:sldMk cId="2732415661" sldId="262"/>
            <ac:spMk id="3" creationId="{646F5CCC-2392-B870-29BA-2FF90D8BF607}"/>
          </ac:spMkLst>
        </pc:spChg>
        <pc:spChg chg="add">
          <ac:chgData name="nashra zahid" userId="cbb1d145a196841b" providerId="Windows Live" clId="Web-{2CD9ADAD-B846-4F42-9EFA-5D3EC76FF5F9}" dt="2026-10-23T14:38:07.048" v="45"/>
          <ac:spMkLst>
            <pc:docMk/>
            <pc:sldMk cId="2732415661" sldId="262"/>
            <ac:spMk id="8" creationId="{0A46F010-D160-4609-8979-FFD8C1EA6C43}"/>
          </ac:spMkLst>
        </pc:spChg>
        <pc:spChg chg="add">
          <ac:chgData name="nashra zahid" userId="cbb1d145a196841b" providerId="Windows Live" clId="Web-{2CD9ADAD-B846-4F42-9EFA-5D3EC76FF5F9}" dt="2026-10-23T14:38:07.048" v="45"/>
          <ac:spMkLst>
            <pc:docMk/>
            <pc:sldMk cId="2732415661" sldId="262"/>
            <ac:spMk id="10" creationId="{81B8C4F6-C3AC-4C94-8EC7-E4F7B7E9CDB6}"/>
          </ac:spMkLst>
        </pc:spChg>
        <pc:spChg chg="add">
          <ac:chgData name="nashra zahid" userId="cbb1d145a196841b" providerId="Windows Live" clId="Web-{2CD9ADAD-B846-4F42-9EFA-5D3EC76FF5F9}" dt="2026-10-23T14:38:07.048" v="45"/>
          <ac:spMkLst>
            <pc:docMk/>
            <pc:sldMk cId="2732415661" sldId="262"/>
            <ac:spMk id="26" creationId="{91328346-8BAD-4616-B50B-5CFDA5648D6A}"/>
          </ac:spMkLst>
        </pc:spChg>
        <pc:grpChg chg="add">
          <ac:chgData name="nashra zahid" userId="cbb1d145a196841b" providerId="Windows Live" clId="Web-{2CD9ADAD-B846-4F42-9EFA-5D3EC76FF5F9}" dt="2026-10-23T14:38:07.048" v="45"/>
          <ac:grpSpMkLst>
            <pc:docMk/>
            <pc:sldMk cId="2732415661" sldId="262"/>
            <ac:grpSpMk id="12" creationId="{0B789310-9859-4942-98C8-3D2F12AAAE73}"/>
          </ac:grpSpMkLst>
        </pc:grpChg>
      </pc:sldChg>
      <pc:sldMasterChg chg="add del addSldLayout delSldLayout">
        <pc:chgData name="nashra zahid" userId="cbb1d145a196841b" providerId="Windows Live" clId="Web-{2CD9ADAD-B846-4F42-9EFA-5D3EC76FF5F9}" dt="2026-10-23T14:13:16.142" v="9"/>
        <pc:sldMasterMkLst>
          <pc:docMk/>
          <pc:sldMasterMk cId="2460954070" sldId="2147483660"/>
        </pc:sldMasterMkLst>
        <pc:sldLayoutChg chg="add del">
          <pc:chgData name="nashra zahid" userId="cbb1d145a196841b" providerId="Windows Live" clId="Web-{2CD9ADAD-B846-4F42-9EFA-5D3EC76FF5F9}" dt="2026-10-23T14:13:16.142" v="9"/>
          <pc:sldLayoutMkLst>
            <pc:docMk/>
            <pc:sldMasterMk cId="2460954070" sldId="2147483660"/>
            <pc:sldLayoutMk cId="2385387890" sldId="2147483661"/>
          </pc:sldLayoutMkLst>
        </pc:sldLayoutChg>
        <pc:sldLayoutChg chg="add del">
          <pc:chgData name="nashra zahid" userId="cbb1d145a196841b" providerId="Windows Live" clId="Web-{2CD9ADAD-B846-4F42-9EFA-5D3EC76FF5F9}" dt="2026-10-23T14:13:16.142" v="9"/>
          <pc:sldLayoutMkLst>
            <pc:docMk/>
            <pc:sldMasterMk cId="2460954070" sldId="2147483660"/>
            <pc:sldLayoutMk cId="949138452" sldId="2147483662"/>
          </pc:sldLayoutMkLst>
        </pc:sldLayoutChg>
        <pc:sldLayoutChg chg="add del">
          <pc:chgData name="nashra zahid" userId="cbb1d145a196841b" providerId="Windows Live" clId="Web-{2CD9ADAD-B846-4F42-9EFA-5D3EC76FF5F9}" dt="2026-10-23T14:13:16.142" v="9"/>
          <pc:sldLayoutMkLst>
            <pc:docMk/>
            <pc:sldMasterMk cId="2460954070" sldId="2147483660"/>
            <pc:sldLayoutMk cId="2591524520" sldId="2147483663"/>
          </pc:sldLayoutMkLst>
        </pc:sldLayoutChg>
        <pc:sldLayoutChg chg="add del">
          <pc:chgData name="nashra zahid" userId="cbb1d145a196841b" providerId="Windows Live" clId="Web-{2CD9ADAD-B846-4F42-9EFA-5D3EC76FF5F9}" dt="2026-10-23T14:13:16.142" v="9"/>
          <pc:sldLayoutMkLst>
            <pc:docMk/>
            <pc:sldMasterMk cId="2460954070" sldId="2147483660"/>
            <pc:sldLayoutMk cId="1203092039" sldId="2147483664"/>
          </pc:sldLayoutMkLst>
        </pc:sldLayoutChg>
        <pc:sldLayoutChg chg="add del">
          <pc:chgData name="nashra zahid" userId="cbb1d145a196841b" providerId="Windows Live" clId="Web-{2CD9ADAD-B846-4F42-9EFA-5D3EC76FF5F9}" dt="2026-10-23T14:13:16.142" v="9"/>
          <pc:sldLayoutMkLst>
            <pc:docMk/>
            <pc:sldMasterMk cId="2460954070" sldId="2147483660"/>
            <pc:sldLayoutMk cId="3733172339" sldId="2147483665"/>
          </pc:sldLayoutMkLst>
        </pc:sldLayoutChg>
        <pc:sldLayoutChg chg="add del">
          <pc:chgData name="nashra zahid" userId="cbb1d145a196841b" providerId="Windows Live" clId="Web-{2CD9ADAD-B846-4F42-9EFA-5D3EC76FF5F9}" dt="2026-10-23T14:13:16.142" v="9"/>
          <pc:sldLayoutMkLst>
            <pc:docMk/>
            <pc:sldMasterMk cId="2460954070" sldId="2147483660"/>
            <pc:sldLayoutMk cId="3210312558" sldId="2147483666"/>
          </pc:sldLayoutMkLst>
        </pc:sldLayoutChg>
        <pc:sldLayoutChg chg="add del">
          <pc:chgData name="nashra zahid" userId="cbb1d145a196841b" providerId="Windows Live" clId="Web-{2CD9ADAD-B846-4F42-9EFA-5D3EC76FF5F9}" dt="2026-10-23T14:13:16.142" v="9"/>
          <pc:sldLayoutMkLst>
            <pc:docMk/>
            <pc:sldMasterMk cId="2460954070" sldId="2147483660"/>
            <pc:sldLayoutMk cId="3146388984" sldId="2147483667"/>
          </pc:sldLayoutMkLst>
        </pc:sldLayoutChg>
        <pc:sldLayoutChg chg="add del">
          <pc:chgData name="nashra zahid" userId="cbb1d145a196841b" providerId="Windows Live" clId="Web-{2CD9ADAD-B846-4F42-9EFA-5D3EC76FF5F9}" dt="2026-10-23T14:13:16.142" v="9"/>
          <pc:sldLayoutMkLst>
            <pc:docMk/>
            <pc:sldMasterMk cId="2460954070" sldId="2147483660"/>
            <pc:sldLayoutMk cId="3171841454" sldId="2147483668"/>
          </pc:sldLayoutMkLst>
        </pc:sldLayoutChg>
        <pc:sldLayoutChg chg="add del">
          <pc:chgData name="nashra zahid" userId="cbb1d145a196841b" providerId="Windows Live" clId="Web-{2CD9ADAD-B846-4F42-9EFA-5D3EC76FF5F9}" dt="2026-10-23T14:13:16.142" v="9"/>
          <pc:sldLayoutMkLst>
            <pc:docMk/>
            <pc:sldMasterMk cId="2460954070" sldId="2147483660"/>
            <pc:sldLayoutMk cId="1718958274" sldId="2147483669"/>
          </pc:sldLayoutMkLst>
        </pc:sldLayoutChg>
        <pc:sldLayoutChg chg="add del">
          <pc:chgData name="nashra zahid" userId="cbb1d145a196841b" providerId="Windows Live" clId="Web-{2CD9ADAD-B846-4F42-9EFA-5D3EC76FF5F9}" dt="2026-10-23T14:13:16.142" v="9"/>
          <pc:sldLayoutMkLst>
            <pc:docMk/>
            <pc:sldMasterMk cId="2460954070" sldId="2147483660"/>
            <pc:sldLayoutMk cId="2202905451" sldId="2147483670"/>
          </pc:sldLayoutMkLst>
        </pc:sldLayoutChg>
        <pc:sldLayoutChg chg="add del">
          <pc:chgData name="nashra zahid" userId="cbb1d145a196841b" providerId="Windows Live" clId="Web-{2CD9ADAD-B846-4F42-9EFA-5D3EC76FF5F9}" dt="2026-10-23T14:13:16.142" v="9"/>
          <pc:sldLayoutMkLst>
            <pc:docMk/>
            <pc:sldMasterMk cId="2460954070" sldId="2147483660"/>
            <pc:sldLayoutMk cId="3479445657" sldId="2147483671"/>
          </pc:sldLayoutMkLst>
        </pc:sldLayoutChg>
      </pc:sldMasterChg>
      <pc:sldMasterChg chg="add del addSldLayout delSldLayout">
        <pc:chgData name="nashra zahid" userId="cbb1d145a196841b" providerId="Windows Live" clId="Web-{2CD9ADAD-B846-4F42-9EFA-5D3EC76FF5F9}" dt="2026-10-23T14:13:16.079" v="8"/>
        <pc:sldMasterMkLst>
          <pc:docMk/>
          <pc:sldMasterMk cId="2512187498" sldId="2147483685"/>
        </pc:sldMasterMkLst>
        <pc:sldLayoutChg chg="add del">
          <pc:chgData name="nashra zahid" userId="cbb1d145a196841b" providerId="Windows Live" clId="Web-{2CD9ADAD-B846-4F42-9EFA-5D3EC76FF5F9}" dt="2026-10-23T14:13:16.079" v="8"/>
          <pc:sldLayoutMkLst>
            <pc:docMk/>
            <pc:sldMasterMk cId="2512187498" sldId="2147483685"/>
            <pc:sldLayoutMk cId="3012318222" sldId="2147483674"/>
          </pc:sldLayoutMkLst>
        </pc:sldLayoutChg>
        <pc:sldLayoutChg chg="add del">
          <pc:chgData name="nashra zahid" userId="cbb1d145a196841b" providerId="Windows Live" clId="Web-{2CD9ADAD-B846-4F42-9EFA-5D3EC76FF5F9}" dt="2026-10-23T14:13:16.079" v="8"/>
          <pc:sldLayoutMkLst>
            <pc:docMk/>
            <pc:sldMasterMk cId="2512187498" sldId="2147483685"/>
            <pc:sldLayoutMk cId="2529521522" sldId="2147483675"/>
          </pc:sldLayoutMkLst>
        </pc:sldLayoutChg>
        <pc:sldLayoutChg chg="add del">
          <pc:chgData name="nashra zahid" userId="cbb1d145a196841b" providerId="Windows Live" clId="Web-{2CD9ADAD-B846-4F42-9EFA-5D3EC76FF5F9}" dt="2026-10-23T14:13:16.079" v="8"/>
          <pc:sldLayoutMkLst>
            <pc:docMk/>
            <pc:sldMasterMk cId="2512187498" sldId="2147483685"/>
            <pc:sldLayoutMk cId="2041351877" sldId="2147483676"/>
          </pc:sldLayoutMkLst>
        </pc:sldLayoutChg>
        <pc:sldLayoutChg chg="add del">
          <pc:chgData name="nashra zahid" userId="cbb1d145a196841b" providerId="Windows Live" clId="Web-{2CD9ADAD-B846-4F42-9EFA-5D3EC76FF5F9}" dt="2026-10-23T14:13:16.079" v="8"/>
          <pc:sldLayoutMkLst>
            <pc:docMk/>
            <pc:sldMasterMk cId="2512187498" sldId="2147483685"/>
            <pc:sldLayoutMk cId="715910697" sldId="2147483677"/>
          </pc:sldLayoutMkLst>
        </pc:sldLayoutChg>
        <pc:sldLayoutChg chg="add del">
          <pc:chgData name="nashra zahid" userId="cbb1d145a196841b" providerId="Windows Live" clId="Web-{2CD9ADAD-B846-4F42-9EFA-5D3EC76FF5F9}" dt="2026-10-23T14:13:16.079" v="8"/>
          <pc:sldLayoutMkLst>
            <pc:docMk/>
            <pc:sldMasterMk cId="2512187498" sldId="2147483685"/>
            <pc:sldLayoutMk cId="3889517869" sldId="2147483678"/>
          </pc:sldLayoutMkLst>
        </pc:sldLayoutChg>
        <pc:sldLayoutChg chg="add del">
          <pc:chgData name="nashra zahid" userId="cbb1d145a196841b" providerId="Windows Live" clId="Web-{2CD9ADAD-B846-4F42-9EFA-5D3EC76FF5F9}" dt="2026-10-23T14:13:16.079" v="8"/>
          <pc:sldLayoutMkLst>
            <pc:docMk/>
            <pc:sldMasterMk cId="2512187498" sldId="2147483685"/>
            <pc:sldLayoutMk cId="3432813472" sldId="2147483679"/>
          </pc:sldLayoutMkLst>
        </pc:sldLayoutChg>
        <pc:sldLayoutChg chg="add del">
          <pc:chgData name="nashra zahid" userId="cbb1d145a196841b" providerId="Windows Live" clId="Web-{2CD9ADAD-B846-4F42-9EFA-5D3EC76FF5F9}" dt="2026-10-23T14:13:16.079" v="8"/>
          <pc:sldLayoutMkLst>
            <pc:docMk/>
            <pc:sldMasterMk cId="2512187498" sldId="2147483685"/>
            <pc:sldLayoutMk cId="1384940212" sldId="2147483680"/>
          </pc:sldLayoutMkLst>
        </pc:sldLayoutChg>
        <pc:sldLayoutChg chg="add del">
          <pc:chgData name="nashra zahid" userId="cbb1d145a196841b" providerId="Windows Live" clId="Web-{2CD9ADAD-B846-4F42-9EFA-5D3EC76FF5F9}" dt="2026-10-23T14:13:16.079" v="8"/>
          <pc:sldLayoutMkLst>
            <pc:docMk/>
            <pc:sldMasterMk cId="2512187498" sldId="2147483685"/>
            <pc:sldLayoutMk cId="1568912750" sldId="2147483681"/>
          </pc:sldLayoutMkLst>
        </pc:sldLayoutChg>
        <pc:sldLayoutChg chg="add del">
          <pc:chgData name="nashra zahid" userId="cbb1d145a196841b" providerId="Windows Live" clId="Web-{2CD9ADAD-B846-4F42-9EFA-5D3EC76FF5F9}" dt="2026-10-23T14:13:16.079" v="8"/>
          <pc:sldLayoutMkLst>
            <pc:docMk/>
            <pc:sldMasterMk cId="2512187498" sldId="2147483685"/>
            <pc:sldLayoutMk cId="119499062" sldId="2147483682"/>
          </pc:sldLayoutMkLst>
        </pc:sldLayoutChg>
        <pc:sldLayoutChg chg="add del">
          <pc:chgData name="nashra zahid" userId="cbb1d145a196841b" providerId="Windows Live" clId="Web-{2CD9ADAD-B846-4F42-9EFA-5D3EC76FF5F9}" dt="2026-10-23T14:13:16.079" v="8"/>
          <pc:sldLayoutMkLst>
            <pc:docMk/>
            <pc:sldMasterMk cId="2512187498" sldId="2147483685"/>
            <pc:sldLayoutMk cId="3276536995" sldId="2147483683"/>
          </pc:sldLayoutMkLst>
        </pc:sldLayoutChg>
        <pc:sldLayoutChg chg="add del">
          <pc:chgData name="nashra zahid" userId="cbb1d145a196841b" providerId="Windows Live" clId="Web-{2CD9ADAD-B846-4F42-9EFA-5D3EC76FF5F9}" dt="2026-10-23T14:13:16.079" v="8"/>
          <pc:sldLayoutMkLst>
            <pc:docMk/>
            <pc:sldMasterMk cId="2512187498" sldId="2147483685"/>
            <pc:sldLayoutMk cId="2689959602" sldId="2147483684"/>
          </pc:sldLayoutMkLst>
        </pc:sldLayoutChg>
      </pc:sldMasterChg>
      <pc:sldMasterChg chg="add del addSldLayout delSldLayout">
        <pc:chgData name="nashra zahid" userId="cbb1d145a196841b" providerId="Windows Live" clId="Web-{2CD9ADAD-B846-4F42-9EFA-5D3EC76FF5F9}" dt="2026-10-23T14:11:05.981" v="4"/>
        <pc:sldMasterMkLst>
          <pc:docMk/>
          <pc:sldMasterMk cId="1132538087" sldId="2147483737"/>
        </pc:sldMasterMkLst>
        <pc:sldLayoutChg chg="add del">
          <pc:chgData name="nashra zahid" userId="cbb1d145a196841b" providerId="Windows Live" clId="Web-{2CD9ADAD-B846-4F42-9EFA-5D3EC76FF5F9}" dt="2026-10-23T14:11:05.981" v="4"/>
          <pc:sldLayoutMkLst>
            <pc:docMk/>
            <pc:sldMasterMk cId="1132538087" sldId="2147483737"/>
            <pc:sldLayoutMk cId="1506995563" sldId="2147483726"/>
          </pc:sldLayoutMkLst>
        </pc:sldLayoutChg>
        <pc:sldLayoutChg chg="add del">
          <pc:chgData name="nashra zahid" userId="cbb1d145a196841b" providerId="Windows Live" clId="Web-{2CD9ADAD-B846-4F42-9EFA-5D3EC76FF5F9}" dt="2026-10-23T14:11:05.981" v="4"/>
          <pc:sldLayoutMkLst>
            <pc:docMk/>
            <pc:sldMasterMk cId="1132538087" sldId="2147483737"/>
            <pc:sldLayoutMk cId="2812587602" sldId="2147483727"/>
          </pc:sldLayoutMkLst>
        </pc:sldLayoutChg>
        <pc:sldLayoutChg chg="add del">
          <pc:chgData name="nashra zahid" userId="cbb1d145a196841b" providerId="Windows Live" clId="Web-{2CD9ADAD-B846-4F42-9EFA-5D3EC76FF5F9}" dt="2026-10-23T14:11:05.981" v="4"/>
          <pc:sldLayoutMkLst>
            <pc:docMk/>
            <pc:sldMasterMk cId="1132538087" sldId="2147483737"/>
            <pc:sldLayoutMk cId="3716944702" sldId="2147483728"/>
          </pc:sldLayoutMkLst>
        </pc:sldLayoutChg>
        <pc:sldLayoutChg chg="add del">
          <pc:chgData name="nashra zahid" userId="cbb1d145a196841b" providerId="Windows Live" clId="Web-{2CD9ADAD-B846-4F42-9EFA-5D3EC76FF5F9}" dt="2026-10-23T14:11:05.981" v="4"/>
          <pc:sldLayoutMkLst>
            <pc:docMk/>
            <pc:sldMasterMk cId="1132538087" sldId="2147483737"/>
            <pc:sldLayoutMk cId="3033046708" sldId="2147483729"/>
          </pc:sldLayoutMkLst>
        </pc:sldLayoutChg>
        <pc:sldLayoutChg chg="add del">
          <pc:chgData name="nashra zahid" userId="cbb1d145a196841b" providerId="Windows Live" clId="Web-{2CD9ADAD-B846-4F42-9EFA-5D3EC76FF5F9}" dt="2026-10-23T14:11:05.981" v="4"/>
          <pc:sldLayoutMkLst>
            <pc:docMk/>
            <pc:sldMasterMk cId="1132538087" sldId="2147483737"/>
            <pc:sldLayoutMk cId="2995485681" sldId="2147483730"/>
          </pc:sldLayoutMkLst>
        </pc:sldLayoutChg>
        <pc:sldLayoutChg chg="add del">
          <pc:chgData name="nashra zahid" userId="cbb1d145a196841b" providerId="Windows Live" clId="Web-{2CD9ADAD-B846-4F42-9EFA-5D3EC76FF5F9}" dt="2026-10-23T14:11:05.981" v="4"/>
          <pc:sldLayoutMkLst>
            <pc:docMk/>
            <pc:sldMasterMk cId="1132538087" sldId="2147483737"/>
            <pc:sldLayoutMk cId="3575088519" sldId="2147483731"/>
          </pc:sldLayoutMkLst>
        </pc:sldLayoutChg>
        <pc:sldLayoutChg chg="add del">
          <pc:chgData name="nashra zahid" userId="cbb1d145a196841b" providerId="Windows Live" clId="Web-{2CD9ADAD-B846-4F42-9EFA-5D3EC76FF5F9}" dt="2026-10-23T14:11:05.981" v="4"/>
          <pc:sldLayoutMkLst>
            <pc:docMk/>
            <pc:sldMasterMk cId="1132538087" sldId="2147483737"/>
            <pc:sldLayoutMk cId="3135656892" sldId="2147483732"/>
          </pc:sldLayoutMkLst>
        </pc:sldLayoutChg>
        <pc:sldLayoutChg chg="add del">
          <pc:chgData name="nashra zahid" userId="cbb1d145a196841b" providerId="Windows Live" clId="Web-{2CD9ADAD-B846-4F42-9EFA-5D3EC76FF5F9}" dt="2026-10-23T14:11:05.981" v="4"/>
          <pc:sldLayoutMkLst>
            <pc:docMk/>
            <pc:sldMasterMk cId="1132538087" sldId="2147483737"/>
            <pc:sldLayoutMk cId="1692331218" sldId="2147483733"/>
          </pc:sldLayoutMkLst>
        </pc:sldLayoutChg>
        <pc:sldLayoutChg chg="add del">
          <pc:chgData name="nashra zahid" userId="cbb1d145a196841b" providerId="Windows Live" clId="Web-{2CD9ADAD-B846-4F42-9EFA-5D3EC76FF5F9}" dt="2026-10-23T14:11:05.981" v="4"/>
          <pc:sldLayoutMkLst>
            <pc:docMk/>
            <pc:sldMasterMk cId="1132538087" sldId="2147483737"/>
            <pc:sldLayoutMk cId="221424383" sldId="2147483734"/>
          </pc:sldLayoutMkLst>
        </pc:sldLayoutChg>
        <pc:sldLayoutChg chg="add del">
          <pc:chgData name="nashra zahid" userId="cbb1d145a196841b" providerId="Windows Live" clId="Web-{2CD9ADAD-B846-4F42-9EFA-5D3EC76FF5F9}" dt="2026-10-23T14:11:05.981" v="4"/>
          <pc:sldLayoutMkLst>
            <pc:docMk/>
            <pc:sldMasterMk cId="1132538087" sldId="2147483737"/>
            <pc:sldLayoutMk cId="1125442236" sldId="2147483735"/>
          </pc:sldLayoutMkLst>
        </pc:sldLayoutChg>
        <pc:sldLayoutChg chg="add del">
          <pc:chgData name="nashra zahid" userId="cbb1d145a196841b" providerId="Windows Live" clId="Web-{2CD9ADAD-B846-4F42-9EFA-5D3EC76FF5F9}" dt="2026-10-23T14:11:05.981" v="4"/>
          <pc:sldLayoutMkLst>
            <pc:docMk/>
            <pc:sldMasterMk cId="1132538087" sldId="2147483737"/>
            <pc:sldLayoutMk cId="237871404" sldId="2147483736"/>
          </pc:sldLayoutMkLst>
        </pc:sldLayoutChg>
      </pc:sldMasterChg>
      <pc:sldMasterChg chg="add del addSldLayout delSldLayout">
        <pc:chgData name="nashra zahid" userId="cbb1d145a196841b" providerId="Windows Live" clId="Web-{2CD9ADAD-B846-4F42-9EFA-5D3EC76FF5F9}" dt="2026-10-23T14:29:09.175" v="20"/>
        <pc:sldMasterMkLst>
          <pc:docMk/>
          <pc:sldMasterMk cId="2382344629" sldId="2147483737"/>
        </pc:sldMasterMkLst>
        <pc:sldLayoutChg chg="add del">
          <pc:chgData name="nashra zahid" userId="cbb1d145a196841b" providerId="Windows Live" clId="Web-{2CD9ADAD-B846-4F42-9EFA-5D3EC76FF5F9}" dt="2026-10-23T14:29:09.175" v="20"/>
          <pc:sldLayoutMkLst>
            <pc:docMk/>
            <pc:sldMasterMk cId="2382344629" sldId="2147483737"/>
            <pc:sldLayoutMk cId="3760732771" sldId="2147483726"/>
          </pc:sldLayoutMkLst>
        </pc:sldLayoutChg>
        <pc:sldLayoutChg chg="add del">
          <pc:chgData name="nashra zahid" userId="cbb1d145a196841b" providerId="Windows Live" clId="Web-{2CD9ADAD-B846-4F42-9EFA-5D3EC76FF5F9}" dt="2026-10-23T14:29:09.175" v="20"/>
          <pc:sldLayoutMkLst>
            <pc:docMk/>
            <pc:sldMasterMk cId="2382344629" sldId="2147483737"/>
            <pc:sldLayoutMk cId="51261965" sldId="2147483727"/>
          </pc:sldLayoutMkLst>
        </pc:sldLayoutChg>
        <pc:sldLayoutChg chg="add del">
          <pc:chgData name="nashra zahid" userId="cbb1d145a196841b" providerId="Windows Live" clId="Web-{2CD9ADAD-B846-4F42-9EFA-5D3EC76FF5F9}" dt="2026-10-23T14:29:09.175" v="20"/>
          <pc:sldLayoutMkLst>
            <pc:docMk/>
            <pc:sldMasterMk cId="2382344629" sldId="2147483737"/>
            <pc:sldLayoutMk cId="746020809" sldId="2147483728"/>
          </pc:sldLayoutMkLst>
        </pc:sldLayoutChg>
        <pc:sldLayoutChg chg="add del">
          <pc:chgData name="nashra zahid" userId="cbb1d145a196841b" providerId="Windows Live" clId="Web-{2CD9ADAD-B846-4F42-9EFA-5D3EC76FF5F9}" dt="2026-10-23T14:29:09.175" v="20"/>
          <pc:sldLayoutMkLst>
            <pc:docMk/>
            <pc:sldMasterMk cId="2382344629" sldId="2147483737"/>
            <pc:sldLayoutMk cId="1567433923" sldId="2147483729"/>
          </pc:sldLayoutMkLst>
        </pc:sldLayoutChg>
        <pc:sldLayoutChg chg="add del">
          <pc:chgData name="nashra zahid" userId="cbb1d145a196841b" providerId="Windows Live" clId="Web-{2CD9ADAD-B846-4F42-9EFA-5D3EC76FF5F9}" dt="2026-10-23T14:29:09.175" v="20"/>
          <pc:sldLayoutMkLst>
            <pc:docMk/>
            <pc:sldMasterMk cId="2382344629" sldId="2147483737"/>
            <pc:sldLayoutMk cId="2525037264" sldId="2147483730"/>
          </pc:sldLayoutMkLst>
        </pc:sldLayoutChg>
        <pc:sldLayoutChg chg="add del">
          <pc:chgData name="nashra zahid" userId="cbb1d145a196841b" providerId="Windows Live" clId="Web-{2CD9ADAD-B846-4F42-9EFA-5D3EC76FF5F9}" dt="2026-10-23T14:29:09.175" v="20"/>
          <pc:sldLayoutMkLst>
            <pc:docMk/>
            <pc:sldMasterMk cId="2382344629" sldId="2147483737"/>
            <pc:sldLayoutMk cId="3279600139" sldId="2147483731"/>
          </pc:sldLayoutMkLst>
        </pc:sldLayoutChg>
        <pc:sldLayoutChg chg="add del">
          <pc:chgData name="nashra zahid" userId="cbb1d145a196841b" providerId="Windows Live" clId="Web-{2CD9ADAD-B846-4F42-9EFA-5D3EC76FF5F9}" dt="2026-10-23T14:29:09.175" v="20"/>
          <pc:sldLayoutMkLst>
            <pc:docMk/>
            <pc:sldMasterMk cId="2382344629" sldId="2147483737"/>
            <pc:sldLayoutMk cId="380414311" sldId="2147483732"/>
          </pc:sldLayoutMkLst>
        </pc:sldLayoutChg>
        <pc:sldLayoutChg chg="add del">
          <pc:chgData name="nashra zahid" userId="cbb1d145a196841b" providerId="Windows Live" clId="Web-{2CD9ADAD-B846-4F42-9EFA-5D3EC76FF5F9}" dt="2026-10-23T14:29:09.175" v="20"/>
          <pc:sldLayoutMkLst>
            <pc:docMk/>
            <pc:sldMasterMk cId="2382344629" sldId="2147483737"/>
            <pc:sldLayoutMk cId="1955086539" sldId="2147483733"/>
          </pc:sldLayoutMkLst>
        </pc:sldLayoutChg>
        <pc:sldLayoutChg chg="add del">
          <pc:chgData name="nashra zahid" userId="cbb1d145a196841b" providerId="Windows Live" clId="Web-{2CD9ADAD-B846-4F42-9EFA-5D3EC76FF5F9}" dt="2026-10-23T14:29:09.175" v="20"/>
          <pc:sldLayoutMkLst>
            <pc:docMk/>
            <pc:sldMasterMk cId="2382344629" sldId="2147483737"/>
            <pc:sldLayoutMk cId="134229927" sldId="2147483734"/>
          </pc:sldLayoutMkLst>
        </pc:sldLayoutChg>
        <pc:sldLayoutChg chg="add del">
          <pc:chgData name="nashra zahid" userId="cbb1d145a196841b" providerId="Windows Live" clId="Web-{2CD9ADAD-B846-4F42-9EFA-5D3EC76FF5F9}" dt="2026-10-23T14:29:09.175" v="20"/>
          <pc:sldLayoutMkLst>
            <pc:docMk/>
            <pc:sldMasterMk cId="2382344629" sldId="2147483737"/>
            <pc:sldLayoutMk cId="1204512175" sldId="2147483735"/>
          </pc:sldLayoutMkLst>
        </pc:sldLayoutChg>
        <pc:sldLayoutChg chg="add del">
          <pc:chgData name="nashra zahid" userId="cbb1d145a196841b" providerId="Windows Live" clId="Web-{2CD9ADAD-B846-4F42-9EFA-5D3EC76FF5F9}" dt="2026-10-23T14:29:09.175" v="20"/>
          <pc:sldLayoutMkLst>
            <pc:docMk/>
            <pc:sldMasterMk cId="2382344629" sldId="2147483737"/>
            <pc:sldLayoutMk cId="3766203472" sldId="2147483736"/>
          </pc:sldLayoutMkLst>
        </pc:sldLayoutChg>
      </pc:sldMasterChg>
      <pc:sldMasterChg chg="add del addSldLayout delSldLayout modSldLayout">
        <pc:chgData name="nashra zahid" userId="cbb1d145a196841b" providerId="Windows Live" clId="Web-{2CD9ADAD-B846-4F42-9EFA-5D3EC76FF5F9}" dt="2026-10-23T14:29:43.395" v="21"/>
        <pc:sldMasterMkLst>
          <pc:docMk/>
          <pc:sldMasterMk cId="1082344066" sldId="2147483738"/>
        </pc:sldMasterMkLst>
        <pc:sldLayoutChg chg="add del mod replId">
          <pc:chgData name="nashra zahid" userId="cbb1d145a196841b" providerId="Windows Live" clId="Web-{2CD9ADAD-B846-4F42-9EFA-5D3EC76FF5F9}" dt="2026-10-23T14:29:43.395" v="21"/>
          <pc:sldLayoutMkLst>
            <pc:docMk/>
            <pc:sldMasterMk cId="1082344066" sldId="2147483738"/>
            <pc:sldLayoutMk cId="136795905" sldId="2147483739"/>
          </pc:sldLayoutMkLst>
        </pc:sldLayoutChg>
        <pc:sldLayoutChg chg="add del mod replId">
          <pc:chgData name="nashra zahid" userId="cbb1d145a196841b" providerId="Windows Live" clId="Web-{2CD9ADAD-B846-4F42-9EFA-5D3EC76FF5F9}" dt="2026-10-23T14:29:43.395" v="21"/>
          <pc:sldLayoutMkLst>
            <pc:docMk/>
            <pc:sldMasterMk cId="1082344066" sldId="2147483738"/>
            <pc:sldLayoutMk cId="937596862" sldId="2147483740"/>
          </pc:sldLayoutMkLst>
        </pc:sldLayoutChg>
        <pc:sldLayoutChg chg="add del mod replId">
          <pc:chgData name="nashra zahid" userId="cbb1d145a196841b" providerId="Windows Live" clId="Web-{2CD9ADAD-B846-4F42-9EFA-5D3EC76FF5F9}" dt="2026-10-23T14:29:43.395" v="21"/>
          <pc:sldLayoutMkLst>
            <pc:docMk/>
            <pc:sldMasterMk cId="1082344066" sldId="2147483738"/>
            <pc:sldLayoutMk cId="3800378597" sldId="2147483741"/>
          </pc:sldLayoutMkLst>
        </pc:sldLayoutChg>
        <pc:sldLayoutChg chg="add del mod replId">
          <pc:chgData name="nashra zahid" userId="cbb1d145a196841b" providerId="Windows Live" clId="Web-{2CD9ADAD-B846-4F42-9EFA-5D3EC76FF5F9}" dt="2026-10-23T14:29:43.395" v="21"/>
          <pc:sldLayoutMkLst>
            <pc:docMk/>
            <pc:sldMasterMk cId="1082344066" sldId="2147483738"/>
            <pc:sldLayoutMk cId="4341999" sldId="2147483742"/>
          </pc:sldLayoutMkLst>
        </pc:sldLayoutChg>
        <pc:sldLayoutChg chg="add del mod replId">
          <pc:chgData name="nashra zahid" userId="cbb1d145a196841b" providerId="Windows Live" clId="Web-{2CD9ADAD-B846-4F42-9EFA-5D3EC76FF5F9}" dt="2026-10-23T14:29:43.395" v="21"/>
          <pc:sldLayoutMkLst>
            <pc:docMk/>
            <pc:sldMasterMk cId="1082344066" sldId="2147483738"/>
            <pc:sldLayoutMk cId="2506333628" sldId="2147483743"/>
          </pc:sldLayoutMkLst>
        </pc:sldLayoutChg>
        <pc:sldLayoutChg chg="add del mod replId">
          <pc:chgData name="nashra zahid" userId="cbb1d145a196841b" providerId="Windows Live" clId="Web-{2CD9ADAD-B846-4F42-9EFA-5D3EC76FF5F9}" dt="2026-10-23T14:29:43.395" v="21"/>
          <pc:sldLayoutMkLst>
            <pc:docMk/>
            <pc:sldMasterMk cId="1082344066" sldId="2147483738"/>
            <pc:sldLayoutMk cId="3637615400" sldId="2147483744"/>
          </pc:sldLayoutMkLst>
        </pc:sldLayoutChg>
        <pc:sldLayoutChg chg="add del mod replId">
          <pc:chgData name="nashra zahid" userId="cbb1d145a196841b" providerId="Windows Live" clId="Web-{2CD9ADAD-B846-4F42-9EFA-5D3EC76FF5F9}" dt="2026-10-23T14:29:43.395" v="21"/>
          <pc:sldLayoutMkLst>
            <pc:docMk/>
            <pc:sldMasterMk cId="1082344066" sldId="2147483738"/>
            <pc:sldLayoutMk cId="2205295198" sldId="2147483745"/>
          </pc:sldLayoutMkLst>
        </pc:sldLayoutChg>
        <pc:sldLayoutChg chg="add del mod replId">
          <pc:chgData name="nashra zahid" userId="cbb1d145a196841b" providerId="Windows Live" clId="Web-{2CD9ADAD-B846-4F42-9EFA-5D3EC76FF5F9}" dt="2026-10-23T14:29:43.395" v="21"/>
          <pc:sldLayoutMkLst>
            <pc:docMk/>
            <pc:sldMasterMk cId="1082344066" sldId="2147483738"/>
            <pc:sldLayoutMk cId="2206888749" sldId="2147483746"/>
          </pc:sldLayoutMkLst>
        </pc:sldLayoutChg>
        <pc:sldLayoutChg chg="add del mod replId">
          <pc:chgData name="nashra zahid" userId="cbb1d145a196841b" providerId="Windows Live" clId="Web-{2CD9ADAD-B846-4F42-9EFA-5D3EC76FF5F9}" dt="2026-10-23T14:29:43.395" v="21"/>
          <pc:sldLayoutMkLst>
            <pc:docMk/>
            <pc:sldMasterMk cId="1082344066" sldId="2147483738"/>
            <pc:sldLayoutMk cId="2669141501" sldId="2147483747"/>
          </pc:sldLayoutMkLst>
        </pc:sldLayoutChg>
        <pc:sldLayoutChg chg="add del mod replId">
          <pc:chgData name="nashra zahid" userId="cbb1d145a196841b" providerId="Windows Live" clId="Web-{2CD9ADAD-B846-4F42-9EFA-5D3EC76FF5F9}" dt="2026-10-23T14:29:43.395" v="21"/>
          <pc:sldLayoutMkLst>
            <pc:docMk/>
            <pc:sldMasterMk cId="1082344066" sldId="2147483738"/>
            <pc:sldLayoutMk cId="1625447484" sldId="2147483748"/>
          </pc:sldLayoutMkLst>
        </pc:sldLayoutChg>
        <pc:sldLayoutChg chg="add del mod replId">
          <pc:chgData name="nashra zahid" userId="cbb1d145a196841b" providerId="Windows Live" clId="Web-{2CD9ADAD-B846-4F42-9EFA-5D3EC76FF5F9}" dt="2026-10-23T14:29:43.395" v="21"/>
          <pc:sldLayoutMkLst>
            <pc:docMk/>
            <pc:sldMasterMk cId="1082344066" sldId="2147483738"/>
            <pc:sldLayoutMk cId="1067027450" sldId="2147483749"/>
          </pc:sldLayoutMkLst>
        </pc:sldLayoutChg>
        <pc:sldLayoutChg chg="add del mod replId">
          <pc:chgData name="nashra zahid" userId="cbb1d145a196841b" providerId="Windows Live" clId="Web-{2CD9ADAD-B846-4F42-9EFA-5D3EC76FF5F9}" dt="2026-10-23T14:29:43.395" v="21"/>
          <pc:sldLayoutMkLst>
            <pc:docMk/>
            <pc:sldMasterMk cId="1082344066" sldId="2147483738"/>
            <pc:sldLayoutMk cId="162595118" sldId="2147483750"/>
          </pc:sldLayoutMkLst>
        </pc:sldLayoutChg>
        <pc:sldLayoutChg chg="add del mod replId">
          <pc:chgData name="nashra zahid" userId="cbb1d145a196841b" providerId="Windows Live" clId="Web-{2CD9ADAD-B846-4F42-9EFA-5D3EC76FF5F9}" dt="2026-10-23T14:29:43.395" v="21"/>
          <pc:sldLayoutMkLst>
            <pc:docMk/>
            <pc:sldMasterMk cId="1082344066" sldId="2147483738"/>
            <pc:sldLayoutMk cId="3279660397" sldId="2147483751"/>
          </pc:sldLayoutMkLst>
        </pc:sldLayoutChg>
        <pc:sldLayoutChg chg="add del mod replId">
          <pc:chgData name="nashra zahid" userId="cbb1d145a196841b" providerId="Windows Live" clId="Web-{2CD9ADAD-B846-4F42-9EFA-5D3EC76FF5F9}" dt="2026-10-23T14:29:43.395" v="21"/>
          <pc:sldLayoutMkLst>
            <pc:docMk/>
            <pc:sldMasterMk cId="1082344066" sldId="2147483738"/>
            <pc:sldLayoutMk cId="1140468559" sldId="2147483752"/>
          </pc:sldLayoutMkLst>
        </pc:sldLayoutChg>
        <pc:sldLayoutChg chg="add del mod replId">
          <pc:chgData name="nashra zahid" userId="cbb1d145a196841b" providerId="Windows Live" clId="Web-{2CD9ADAD-B846-4F42-9EFA-5D3EC76FF5F9}" dt="2026-10-23T14:29:43.395" v="21"/>
          <pc:sldLayoutMkLst>
            <pc:docMk/>
            <pc:sldMasterMk cId="1082344066" sldId="2147483738"/>
            <pc:sldLayoutMk cId="3001774900" sldId="2147483753"/>
          </pc:sldLayoutMkLst>
        </pc:sldLayoutChg>
        <pc:sldLayoutChg chg="add del mod replId">
          <pc:chgData name="nashra zahid" userId="cbb1d145a196841b" providerId="Windows Live" clId="Web-{2CD9ADAD-B846-4F42-9EFA-5D3EC76FF5F9}" dt="2026-10-23T14:29:43.395" v="21"/>
          <pc:sldLayoutMkLst>
            <pc:docMk/>
            <pc:sldMasterMk cId="1082344066" sldId="2147483738"/>
            <pc:sldLayoutMk cId="3040590125" sldId="2147483754"/>
          </pc:sldLayoutMkLst>
        </pc:sldLayoutChg>
        <pc:sldLayoutChg chg="add del mod replId">
          <pc:chgData name="nashra zahid" userId="cbb1d145a196841b" providerId="Windows Live" clId="Web-{2CD9ADAD-B846-4F42-9EFA-5D3EC76FF5F9}" dt="2026-10-23T14:29:43.395" v="21"/>
          <pc:sldLayoutMkLst>
            <pc:docMk/>
            <pc:sldMasterMk cId="1082344066" sldId="2147483738"/>
            <pc:sldLayoutMk cId="2545484497" sldId="2147483755"/>
          </pc:sldLayoutMkLst>
        </pc:sldLayoutChg>
        <pc:sldLayoutChg chg="add del mod replId">
          <pc:chgData name="nashra zahid" userId="cbb1d145a196841b" providerId="Windows Live" clId="Web-{2CD9ADAD-B846-4F42-9EFA-5D3EC76FF5F9}" dt="2026-10-23T14:29:43.395" v="21"/>
          <pc:sldLayoutMkLst>
            <pc:docMk/>
            <pc:sldMasterMk cId="1082344066" sldId="2147483738"/>
            <pc:sldLayoutMk cId="3737565119" sldId="2147483756"/>
          </pc:sldLayoutMkLst>
        </pc:sldLayoutChg>
        <pc:sldLayoutChg chg="add del mod replId">
          <pc:chgData name="nashra zahid" userId="cbb1d145a196841b" providerId="Windows Live" clId="Web-{2CD9ADAD-B846-4F42-9EFA-5D3EC76FF5F9}" dt="2026-10-23T14:29:43.395" v="21"/>
          <pc:sldLayoutMkLst>
            <pc:docMk/>
            <pc:sldMasterMk cId="1082344066" sldId="2147483738"/>
            <pc:sldLayoutMk cId="4061631750" sldId="2147483757"/>
          </pc:sldLayoutMkLst>
        </pc:sldLayoutChg>
        <pc:sldLayoutChg chg="add del mod replId">
          <pc:chgData name="nashra zahid" userId="cbb1d145a196841b" providerId="Windows Live" clId="Web-{2CD9ADAD-B846-4F42-9EFA-5D3EC76FF5F9}" dt="2026-10-23T14:29:43.395" v="21"/>
          <pc:sldLayoutMkLst>
            <pc:docMk/>
            <pc:sldMasterMk cId="1082344066" sldId="2147483738"/>
            <pc:sldLayoutMk cId="826452339" sldId="2147483758"/>
          </pc:sldLayoutMkLst>
        </pc:sldLayoutChg>
        <pc:sldLayoutChg chg="add del mod replId">
          <pc:chgData name="nashra zahid" userId="cbb1d145a196841b" providerId="Windows Live" clId="Web-{2CD9ADAD-B846-4F42-9EFA-5D3EC76FF5F9}" dt="2026-10-23T14:29:43.395" v="21"/>
          <pc:sldLayoutMkLst>
            <pc:docMk/>
            <pc:sldMasterMk cId="1082344066" sldId="2147483738"/>
            <pc:sldLayoutMk cId="2769384114" sldId="2147483759"/>
          </pc:sldLayoutMkLst>
        </pc:sldLayoutChg>
        <pc:sldLayoutChg chg="add del mod replId">
          <pc:chgData name="nashra zahid" userId="cbb1d145a196841b" providerId="Windows Live" clId="Web-{2CD9ADAD-B846-4F42-9EFA-5D3EC76FF5F9}" dt="2026-10-23T14:29:43.395" v="21"/>
          <pc:sldLayoutMkLst>
            <pc:docMk/>
            <pc:sldMasterMk cId="1082344066" sldId="2147483738"/>
            <pc:sldLayoutMk cId="2729648529" sldId="2147483760"/>
          </pc:sldLayoutMkLst>
        </pc:sldLayoutChg>
        <pc:sldLayoutChg chg="add del mod replId">
          <pc:chgData name="nashra zahid" userId="cbb1d145a196841b" providerId="Windows Live" clId="Web-{2CD9ADAD-B846-4F42-9EFA-5D3EC76FF5F9}" dt="2026-10-23T14:29:43.395" v="21"/>
          <pc:sldLayoutMkLst>
            <pc:docMk/>
            <pc:sldMasterMk cId="1082344066" sldId="2147483738"/>
            <pc:sldLayoutMk cId="1713601889" sldId="2147483761"/>
          </pc:sldLayoutMkLst>
        </pc:sldLayoutChg>
        <pc:sldLayoutChg chg="add del mod replId">
          <pc:chgData name="nashra zahid" userId="cbb1d145a196841b" providerId="Windows Live" clId="Web-{2CD9ADAD-B846-4F42-9EFA-5D3EC76FF5F9}" dt="2026-10-23T14:29:43.395" v="21"/>
          <pc:sldLayoutMkLst>
            <pc:docMk/>
            <pc:sldMasterMk cId="1082344066" sldId="2147483738"/>
            <pc:sldLayoutMk cId="605512224" sldId="2147483762"/>
          </pc:sldLayoutMkLst>
        </pc:sldLayoutChg>
        <pc:sldLayoutChg chg="add del mod replId">
          <pc:chgData name="nashra zahid" userId="cbb1d145a196841b" providerId="Windows Live" clId="Web-{2CD9ADAD-B846-4F42-9EFA-5D3EC76FF5F9}" dt="2026-10-23T14:29:43.395" v="21"/>
          <pc:sldLayoutMkLst>
            <pc:docMk/>
            <pc:sldMasterMk cId="1082344066" sldId="2147483738"/>
            <pc:sldLayoutMk cId="2857242464" sldId="2147483763"/>
          </pc:sldLayoutMkLst>
        </pc:sldLayoutChg>
        <pc:sldLayoutChg chg="add del mod replId">
          <pc:chgData name="nashra zahid" userId="cbb1d145a196841b" providerId="Windows Live" clId="Web-{2CD9ADAD-B846-4F42-9EFA-5D3EC76FF5F9}" dt="2026-10-23T14:29:43.395" v="21"/>
          <pc:sldLayoutMkLst>
            <pc:docMk/>
            <pc:sldMasterMk cId="1082344066" sldId="2147483738"/>
            <pc:sldLayoutMk cId="1835704470" sldId="2147483764"/>
          </pc:sldLayoutMkLst>
        </pc:sldLayoutChg>
        <pc:sldLayoutChg chg="add del mod replId">
          <pc:chgData name="nashra zahid" userId="cbb1d145a196841b" providerId="Windows Live" clId="Web-{2CD9ADAD-B846-4F42-9EFA-5D3EC76FF5F9}" dt="2026-10-23T14:29:43.395" v="21"/>
          <pc:sldLayoutMkLst>
            <pc:docMk/>
            <pc:sldMasterMk cId="1082344066" sldId="2147483738"/>
            <pc:sldLayoutMk cId="445420817" sldId="2147483765"/>
          </pc:sldLayoutMkLst>
        </pc:sldLayoutChg>
        <pc:sldLayoutChg chg="add del mod replId">
          <pc:chgData name="nashra zahid" userId="cbb1d145a196841b" providerId="Windows Live" clId="Web-{2CD9ADAD-B846-4F42-9EFA-5D3EC76FF5F9}" dt="2026-10-23T14:29:43.395" v="21"/>
          <pc:sldLayoutMkLst>
            <pc:docMk/>
            <pc:sldMasterMk cId="1082344066" sldId="2147483738"/>
            <pc:sldLayoutMk cId="829369415" sldId="2147483766"/>
          </pc:sldLayoutMkLst>
        </pc:sldLayoutChg>
        <pc:sldLayoutChg chg="add del mod replId">
          <pc:chgData name="nashra zahid" userId="cbb1d145a196841b" providerId="Windows Live" clId="Web-{2CD9ADAD-B846-4F42-9EFA-5D3EC76FF5F9}" dt="2026-10-23T14:29:43.395" v="21"/>
          <pc:sldLayoutMkLst>
            <pc:docMk/>
            <pc:sldMasterMk cId="1082344066" sldId="2147483738"/>
            <pc:sldLayoutMk cId="3340190481" sldId="2147483767"/>
          </pc:sldLayoutMkLst>
        </pc:sldLayoutChg>
      </pc:sldMasterChg>
      <pc:sldMasterChg chg="add del addSldLayout delSldLayout">
        <pc:chgData name="nashra zahid" userId="cbb1d145a196841b" providerId="Windows Live" clId="Web-{2CD9ADAD-B846-4F42-9EFA-5D3EC76FF5F9}" dt="2026-10-23T14:12:31.968" v="6"/>
        <pc:sldMasterMkLst>
          <pc:docMk/>
          <pc:sldMasterMk cId="1526393654" sldId="2147483763"/>
        </pc:sldMasterMkLst>
        <pc:sldLayoutChg chg="add del">
          <pc:chgData name="nashra zahid" userId="cbb1d145a196841b" providerId="Windows Live" clId="Web-{2CD9ADAD-B846-4F42-9EFA-5D3EC76FF5F9}" dt="2026-10-23T14:12:31.968" v="6"/>
          <pc:sldLayoutMkLst>
            <pc:docMk/>
            <pc:sldMasterMk cId="1526393654" sldId="2147483763"/>
            <pc:sldLayoutMk cId="1015222210" sldId="2147483752"/>
          </pc:sldLayoutMkLst>
        </pc:sldLayoutChg>
        <pc:sldLayoutChg chg="add del">
          <pc:chgData name="nashra zahid" userId="cbb1d145a196841b" providerId="Windows Live" clId="Web-{2CD9ADAD-B846-4F42-9EFA-5D3EC76FF5F9}" dt="2026-10-23T14:12:31.968" v="6"/>
          <pc:sldLayoutMkLst>
            <pc:docMk/>
            <pc:sldMasterMk cId="1526393654" sldId="2147483763"/>
            <pc:sldLayoutMk cId="370518771" sldId="2147483753"/>
          </pc:sldLayoutMkLst>
        </pc:sldLayoutChg>
        <pc:sldLayoutChg chg="add del">
          <pc:chgData name="nashra zahid" userId="cbb1d145a196841b" providerId="Windows Live" clId="Web-{2CD9ADAD-B846-4F42-9EFA-5D3EC76FF5F9}" dt="2026-10-23T14:12:31.968" v="6"/>
          <pc:sldLayoutMkLst>
            <pc:docMk/>
            <pc:sldMasterMk cId="1526393654" sldId="2147483763"/>
            <pc:sldLayoutMk cId="4236782306" sldId="2147483754"/>
          </pc:sldLayoutMkLst>
        </pc:sldLayoutChg>
        <pc:sldLayoutChg chg="add del">
          <pc:chgData name="nashra zahid" userId="cbb1d145a196841b" providerId="Windows Live" clId="Web-{2CD9ADAD-B846-4F42-9EFA-5D3EC76FF5F9}" dt="2026-10-23T14:12:31.968" v="6"/>
          <pc:sldLayoutMkLst>
            <pc:docMk/>
            <pc:sldMasterMk cId="1526393654" sldId="2147483763"/>
            <pc:sldLayoutMk cId="4127824950" sldId="2147483755"/>
          </pc:sldLayoutMkLst>
        </pc:sldLayoutChg>
        <pc:sldLayoutChg chg="add del">
          <pc:chgData name="nashra zahid" userId="cbb1d145a196841b" providerId="Windows Live" clId="Web-{2CD9ADAD-B846-4F42-9EFA-5D3EC76FF5F9}" dt="2026-10-23T14:12:31.968" v="6"/>
          <pc:sldLayoutMkLst>
            <pc:docMk/>
            <pc:sldMasterMk cId="1526393654" sldId="2147483763"/>
            <pc:sldLayoutMk cId="865181279" sldId="2147483756"/>
          </pc:sldLayoutMkLst>
        </pc:sldLayoutChg>
        <pc:sldLayoutChg chg="add del">
          <pc:chgData name="nashra zahid" userId="cbb1d145a196841b" providerId="Windows Live" clId="Web-{2CD9ADAD-B846-4F42-9EFA-5D3EC76FF5F9}" dt="2026-10-23T14:12:31.968" v="6"/>
          <pc:sldLayoutMkLst>
            <pc:docMk/>
            <pc:sldMasterMk cId="1526393654" sldId="2147483763"/>
            <pc:sldLayoutMk cId="3669111217" sldId="2147483757"/>
          </pc:sldLayoutMkLst>
        </pc:sldLayoutChg>
        <pc:sldLayoutChg chg="add del">
          <pc:chgData name="nashra zahid" userId="cbb1d145a196841b" providerId="Windows Live" clId="Web-{2CD9ADAD-B846-4F42-9EFA-5D3EC76FF5F9}" dt="2026-10-23T14:12:31.968" v="6"/>
          <pc:sldLayoutMkLst>
            <pc:docMk/>
            <pc:sldMasterMk cId="1526393654" sldId="2147483763"/>
            <pc:sldLayoutMk cId="224602361" sldId="2147483758"/>
          </pc:sldLayoutMkLst>
        </pc:sldLayoutChg>
        <pc:sldLayoutChg chg="add del">
          <pc:chgData name="nashra zahid" userId="cbb1d145a196841b" providerId="Windows Live" clId="Web-{2CD9ADAD-B846-4F42-9EFA-5D3EC76FF5F9}" dt="2026-10-23T14:12:31.968" v="6"/>
          <pc:sldLayoutMkLst>
            <pc:docMk/>
            <pc:sldMasterMk cId="1526393654" sldId="2147483763"/>
            <pc:sldLayoutMk cId="3909287894" sldId="2147483759"/>
          </pc:sldLayoutMkLst>
        </pc:sldLayoutChg>
        <pc:sldLayoutChg chg="add del">
          <pc:chgData name="nashra zahid" userId="cbb1d145a196841b" providerId="Windows Live" clId="Web-{2CD9ADAD-B846-4F42-9EFA-5D3EC76FF5F9}" dt="2026-10-23T14:12:31.968" v="6"/>
          <pc:sldLayoutMkLst>
            <pc:docMk/>
            <pc:sldMasterMk cId="1526393654" sldId="2147483763"/>
            <pc:sldLayoutMk cId="375315308" sldId="2147483760"/>
          </pc:sldLayoutMkLst>
        </pc:sldLayoutChg>
        <pc:sldLayoutChg chg="add del">
          <pc:chgData name="nashra zahid" userId="cbb1d145a196841b" providerId="Windows Live" clId="Web-{2CD9ADAD-B846-4F42-9EFA-5D3EC76FF5F9}" dt="2026-10-23T14:12:31.968" v="6"/>
          <pc:sldLayoutMkLst>
            <pc:docMk/>
            <pc:sldMasterMk cId="1526393654" sldId="2147483763"/>
            <pc:sldLayoutMk cId="1544531452" sldId="2147483761"/>
          </pc:sldLayoutMkLst>
        </pc:sldLayoutChg>
        <pc:sldLayoutChg chg="add del">
          <pc:chgData name="nashra zahid" userId="cbb1d145a196841b" providerId="Windows Live" clId="Web-{2CD9ADAD-B846-4F42-9EFA-5D3EC76FF5F9}" dt="2026-10-23T14:12:31.968" v="6"/>
          <pc:sldLayoutMkLst>
            <pc:docMk/>
            <pc:sldMasterMk cId="1526393654" sldId="2147483763"/>
            <pc:sldLayoutMk cId="3802010429" sldId="2147483762"/>
          </pc:sldLayoutMkLst>
        </pc:sldLayoutChg>
      </pc:sldMasterChg>
      <pc:sldMasterChg chg="add del addSldLayout delSldLayout modSldLayout">
        <pc:chgData name="nashra zahid" userId="cbb1d145a196841b" providerId="Windows Live" clId="Web-{2CD9ADAD-B846-4F42-9EFA-5D3EC76FF5F9}" dt="2026-10-23T14:29:56.630" v="22"/>
        <pc:sldMasterMkLst>
          <pc:docMk/>
          <pc:sldMasterMk cId="450074716" sldId="2147483768"/>
        </pc:sldMasterMkLst>
        <pc:sldLayoutChg chg="add del mod replId">
          <pc:chgData name="nashra zahid" userId="cbb1d145a196841b" providerId="Windows Live" clId="Web-{2CD9ADAD-B846-4F42-9EFA-5D3EC76FF5F9}" dt="2026-10-23T14:29:56.630" v="22"/>
          <pc:sldLayoutMkLst>
            <pc:docMk/>
            <pc:sldMasterMk cId="450074716" sldId="2147483768"/>
            <pc:sldLayoutMk cId="2392605228" sldId="2147483769"/>
          </pc:sldLayoutMkLst>
        </pc:sldLayoutChg>
        <pc:sldLayoutChg chg="add del mod replId">
          <pc:chgData name="nashra zahid" userId="cbb1d145a196841b" providerId="Windows Live" clId="Web-{2CD9ADAD-B846-4F42-9EFA-5D3EC76FF5F9}" dt="2026-10-23T14:29:56.630" v="22"/>
          <pc:sldLayoutMkLst>
            <pc:docMk/>
            <pc:sldMasterMk cId="450074716" sldId="2147483768"/>
            <pc:sldLayoutMk cId="2542992822" sldId="2147483770"/>
          </pc:sldLayoutMkLst>
        </pc:sldLayoutChg>
        <pc:sldLayoutChg chg="add del mod replId">
          <pc:chgData name="nashra zahid" userId="cbb1d145a196841b" providerId="Windows Live" clId="Web-{2CD9ADAD-B846-4F42-9EFA-5D3EC76FF5F9}" dt="2026-10-23T14:29:56.630" v="22"/>
          <pc:sldLayoutMkLst>
            <pc:docMk/>
            <pc:sldMasterMk cId="450074716" sldId="2147483768"/>
            <pc:sldLayoutMk cId="3791444738" sldId="2147483771"/>
          </pc:sldLayoutMkLst>
        </pc:sldLayoutChg>
        <pc:sldLayoutChg chg="add del mod replId">
          <pc:chgData name="nashra zahid" userId="cbb1d145a196841b" providerId="Windows Live" clId="Web-{2CD9ADAD-B846-4F42-9EFA-5D3EC76FF5F9}" dt="2026-10-23T14:29:56.630" v="22"/>
          <pc:sldLayoutMkLst>
            <pc:docMk/>
            <pc:sldMasterMk cId="450074716" sldId="2147483768"/>
            <pc:sldLayoutMk cId="1477217465" sldId="2147483772"/>
          </pc:sldLayoutMkLst>
        </pc:sldLayoutChg>
        <pc:sldLayoutChg chg="add del mod replId">
          <pc:chgData name="nashra zahid" userId="cbb1d145a196841b" providerId="Windows Live" clId="Web-{2CD9ADAD-B846-4F42-9EFA-5D3EC76FF5F9}" dt="2026-10-23T14:29:56.630" v="22"/>
          <pc:sldLayoutMkLst>
            <pc:docMk/>
            <pc:sldMasterMk cId="450074716" sldId="2147483768"/>
            <pc:sldLayoutMk cId="530836350" sldId="2147483773"/>
          </pc:sldLayoutMkLst>
        </pc:sldLayoutChg>
        <pc:sldLayoutChg chg="add del mod replId">
          <pc:chgData name="nashra zahid" userId="cbb1d145a196841b" providerId="Windows Live" clId="Web-{2CD9ADAD-B846-4F42-9EFA-5D3EC76FF5F9}" dt="2026-10-23T14:29:56.630" v="22"/>
          <pc:sldLayoutMkLst>
            <pc:docMk/>
            <pc:sldMasterMk cId="450074716" sldId="2147483768"/>
            <pc:sldLayoutMk cId="4061771456" sldId="2147483774"/>
          </pc:sldLayoutMkLst>
        </pc:sldLayoutChg>
        <pc:sldLayoutChg chg="add del mod replId">
          <pc:chgData name="nashra zahid" userId="cbb1d145a196841b" providerId="Windows Live" clId="Web-{2CD9ADAD-B846-4F42-9EFA-5D3EC76FF5F9}" dt="2026-10-23T14:29:56.630" v="22"/>
          <pc:sldLayoutMkLst>
            <pc:docMk/>
            <pc:sldMasterMk cId="450074716" sldId="2147483768"/>
            <pc:sldLayoutMk cId="2795213588" sldId="2147483775"/>
          </pc:sldLayoutMkLst>
        </pc:sldLayoutChg>
        <pc:sldLayoutChg chg="add del mod replId">
          <pc:chgData name="nashra zahid" userId="cbb1d145a196841b" providerId="Windows Live" clId="Web-{2CD9ADAD-B846-4F42-9EFA-5D3EC76FF5F9}" dt="2026-10-23T14:29:56.630" v="22"/>
          <pc:sldLayoutMkLst>
            <pc:docMk/>
            <pc:sldMasterMk cId="450074716" sldId="2147483768"/>
            <pc:sldLayoutMk cId="725185583" sldId="2147483776"/>
          </pc:sldLayoutMkLst>
        </pc:sldLayoutChg>
        <pc:sldLayoutChg chg="add del mod replId">
          <pc:chgData name="nashra zahid" userId="cbb1d145a196841b" providerId="Windows Live" clId="Web-{2CD9ADAD-B846-4F42-9EFA-5D3EC76FF5F9}" dt="2026-10-23T14:29:56.630" v="22"/>
          <pc:sldLayoutMkLst>
            <pc:docMk/>
            <pc:sldMasterMk cId="450074716" sldId="2147483768"/>
            <pc:sldLayoutMk cId="1522414492" sldId="2147483777"/>
          </pc:sldLayoutMkLst>
        </pc:sldLayoutChg>
        <pc:sldLayoutChg chg="add del mod replId">
          <pc:chgData name="nashra zahid" userId="cbb1d145a196841b" providerId="Windows Live" clId="Web-{2CD9ADAD-B846-4F42-9EFA-5D3EC76FF5F9}" dt="2026-10-23T14:29:56.630" v="22"/>
          <pc:sldLayoutMkLst>
            <pc:docMk/>
            <pc:sldMasterMk cId="450074716" sldId="2147483768"/>
            <pc:sldLayoutMk cId="2474504125" sldId="2147483778"/>
          </pc:sldLayoutMkLst>
        </pc:sldLayoutChg>
        <pc:sldLayoutChg chg="add del mod replId">
          <pc:chgData name="nashra zahid" userId="cbb1d145a196841b" providerId="Windows Live" clId="Web-{2CD9ADAD-B846-4F42-9EFA-5D3EC76FF5F9}" dt="2026-10-23T14:29:56.630" v="22"/>
          <pc:sldLayoutMkLst>
            <pc:docMk/>
            <pc:sldMasterMk cId="450074716" sldId="2147483768"/>
            <pc:sldLayoutMk cId="1392343903" sldId="2147483779"/>
          </pc:sldLayoutMkLst>
        </pc:sldLayoutChg>
        <pc:sldLayoutChg chg="add del mod replId">
          <pc:chgData name="nashra zahid" userId="cbb1d145a196841b" providerId="Windows Live" clId="Web-{2CD9ADAD-B846-4F42-9EFA-5D3EC76FF5F9}" dt="2026-10-23T14:29:56.630" v="22"/>
          <pc:sldLayoutMkLst>
            <pc:docMk/>
            <pc:sldMasterMk cId="450074716" sldId="2147483768"/>
            <pc:sldLayoutMk cId="1794352843" sldId="2147483780"/>
          </pc:sldLayoutMkLst>
        </pc:sldLayoutChg>
        <pc:sldLayoutChg chg="add del mod replId">
          <pc:chgData name="nashra zahid" userId="cbb1d145a196841b" providerId="Windows Live" clId="Web-{2CD9ADAD-B846-4F42-9EFA-5D3EC76FF5F9}" dt="2026-10-23T14:29:56.630" v="22"/>
          <pc:sldLayoutMkLst>
            <pc:docMk/>
            <pc:sldMasterMk cId="450074716" sldId="2147483768"/>
            <pc:sldLayoutMk cId="995778509" sldId="2147483781"/>
          </pc:sldLayoutMkLst>
        </pc:sldLayoutChg>
        <pc:sldLayoutChg chg="add del mod replId">
          <pc:chgData name="nashra zahid" userId="cbb1d145a196841b" providerId="Windows Live" clId="Web-{2CD9ADAD-B846-4F42-9EFA-5D3EC76FF5F9}" dt="2026-10-23T14:29:56.630" v="22"/>
          <pc:sldLayoutMkLst>
            <pc:docMk/>
            <pc:sldMasterMk cId="450074716" sldId="2147483768"/>
            <pc:sldLayoutMk cId="2360052359" sldId="2147483782"/>
          </pc:sldLayoutMkLst>
        </pc:sldLayoutChg>
        <pc:sldLayoutChg chg="add del mod replId">
          <pc:chgData name="nashra zahid" userId="cbb1d145a196841b" providerId="Windows Live" clId="Web-{2CD9ADAD-B846-4F42-9EFA-5D3EC76FF5F9}" dt="2026-10-23T14:29:56.630" v="22"/>
          <pc:sldLayoutMkLst>
            <pc:docMk/>
            <pc:sldMasterMk cId="450074716" sldId="2147483768"/>
            <pc:sldLayoutMk cId="804613713" sldId="2147483783"/>
          </pc:sldLayoutMkLst>
        </pc:sldLayoutChg>
        <pc:sldLayoutChg chg="add del mod replId">
          <pc:chgData name="nashra zahid" userId="cbb1d145a196841b" providerId="Windows Live" clId="Web-{2CD9ADAD-B846-4F42-9EFA-5D3EC76FF5F9}" dt="2026-10-23T14:29:56.630" v="22"/>
          <pc:sldLayoutMkLst>
            <pc:docMk/>
            <pc:sldMasterMk cId="450074716" sldId="2147483768"/>
            <pc:sldLayoutMk cId="2692558036" sldId="2147483784"/>
          </pc:sldLayoutMkLst>
        </pc:sldLayoutChg>
        <pc:sldLayoutChg chg="add del mod replId">
          <pc:chgData name="nashra zahid" userId="cbb1d145a196841b" providerId="Windows Live" clId="Web-{2CD9ADAD-B846-4F42-9EFA-5D3EC76FF5F9}" dt="2026-10-23T14:29:56.630" v="22"/>
          <pc:sldLayoutMkLst>
            <pc:docMk/>
            <pc:sldMasterMk cId="450074716" sldId="2147483768"/>
            <pc:sldLayoutMk cId="2037950804" sldId="2147483785"/>
          </pc:sldLayoutMkLst>
        </pc:sldLayoutChg>
        <pc:sldLayoutChg chg="add del mod replId">
          <pc:chgData name="nashra zahid" userId="cbb1d145a196841b" providerId="Windows Live" clId="Web-{2CD9ADAD-B846-4F42-9EFA-5D3EC76FF5F9}" dt="2026-10-23T14:29:56.630" v="22"/>
          <pc:sldLayoutMkLst>
            <pc:docMk/>
            <pc:sldMasterMk cId="450074716" sldId="2147483768"/>
            <pc:sldLayoutMk cId="689433372" sldId="2147483786"/>
          </pc:sldLayoutMkLst>
        </pc:sldLayoutChg>
        <pc:sldLayoutChg chg="add del mod replId">
          <pc:chgData name="nashra zahid" userId="cbb1d145a196841b" providerId="Windows Live" clId="Web-{2CD9ADAD-B846-4F42-9EFA-5D3EC76FF5F9}" dt="2026-10-23T14:29:56.630" v="22"/>
          <pc:sldLayoutMkLst>
            <pc:docMk/>
            <pc:sldMasterMk cId="450074716" sldId="2147483768"/>
            <pc:sldLayoutMk cId="741325393" sldId="2147483787"/>
          </pc:sldLayoutMkLst>
        </pc:sldLayoutChg>
        <pc:sldLayoutChg chg="add del mod replId">
          <pc:chgData name="nashra zahid" userId="cbb1d145a196841b" providerId="Windows Live" clId="Web-{2CD9ADAD-B846-4F42-9EFA-5D3EC76FF5F9}" dt="2026-10-23T14:29:56.630" v="22"/>
          <pc:sldLayoutMkLst>
            <pc:docMk/>
            <pc:sldMasterMk cId="450074716" sldId="2147483768"/>
            <pc:sldLayoutMk cId="2568864018" sldId="2147483788"/>
          </pc:sldLayoutMkLst>
        </pc:sldLayoutChg>
        <pc:sldLayoutChg chg="add del mod replId">
          <pc:chgData name="nashra zahid" userId="cbb1d145a196841b" providerId="Windows Live" clId="Web-{2CD9ADAD-B846-4F42-9EFA-5D3EC76FF5F9}" dt="2026-10-23T14:29:56.630" v="22"/>
          <pc:sldLayoutMkLst>
            <pc:docMk/>
            <pc:sldMasterMk cId="450074716" sldId="2147483768"/>
            <pc:sldLayoutMk cId="1894364346" sldId="2147483789"/>
          </pc:sldLayoutMkLst>
        </pc:sldLayoutChg>
        <pc:sldLayoutChg chg="add del mod replId">
          <pc:chgData name="nashra zahid" userId="cbb1d145a196841b" providerId="Windows Live" clId="Web-{2CD9ADAD-B846-4F42-9EFA-5D3EC76FF5F9}" dt="2026-10-23T14:29:56.630" v="22"/>
          <pc:sldLayoutMkLst>
            <pc:docMk/>
            <pc:sldMasterMk cId="450074716" sldId="2147483768"/>
            <pc:sldLayoutMk cId="1581669721" sldId="2147483790"/>
          </pc:sldLayoutMkLst>
        </pc:sldLayoutChg>
        <pc:sldLayoutChg chg="add del mod replId">
          <pc:chgData name="nashra zahid" userId="cbb1d145a196841b" providerId="Windows Live" clId="Web-{2CD9ADAD-B846-4F42-9EFA-5D3EC76FF5F9}" dt="2026-10-23T14:29:56.630" v="22"/>
          <pc:sldLayoutMkLst>
            <pc:docMk/>
            <pc:sldMasterMk cId="450074716" sldId="2147483768"/>
            <pc:sldLayoutMk cId="1692661815" sldId="2147483791"/>
          </pc:sldLayoutMkLst>
        </pc:sldLayoutChg>
        <pc:sldLayoutChg chg="add del mod replId">
          <pc:chgData name="nashra zahid" userId="cbb1d145a196841b" providerId="Windows Live" clId="Web-{2CD9ADAD-B846-4F42-9EFA-5D3EC76FF5F9}" dt="2026-10-23T14:29:56.630" v="22"/>
          <pc:sldLayoutMkLst>
            <pc:docMk/>
            <pc:sldMasterMk cId="450074716" sldId="2147483768"/>
            <pc:sldLayoutMk cId="3754995690" sldId="2147483792"/>
          </pc:sldLayoutMkLst>
        </pc:sldLayoutChg>
        <pc:sldLayoutChg chg="add del mod replId">
          <pc:chgData name="nashra zahid" userId="cbb1d145a196841b" providerId="Windows Live" clId="Web-{2CD9ADAD-B846-4F42-9EFA-5D3EC76FF5F9}" dt="2026-10-23T14:29:56.630" v="22"/>
          <pc:sldLayoutMkLst>
            <pc:docMk/>
            <pc:sldMasterMk cId="450074716" sldId="2147483768"/>
            <pc:sldLayoutMk cId="2869452991" sldId="2147483793"/>
          </pc:sldLayoutMkLst>
        </pc:sldLayoutChg>
        <pc:sldLayoutChg chg="add del mod replId">
          <pc:chgData name="nashra zahid" userId="cbb1d145a196841b" providerId="Windows Live" clId="Web-{2CD9ADAD-B846-4F42-9EFA-5D3EC76FF5F9}" dt="2026-10-23T14:29:56.630" v="22"/>
          <pc:sldLayoutMkLst>
            <pc:docMk/>
            <pc:sldMasterMk cId="450074716" sldId="2147483768"/>
            <pc:sldLayoutMk cId="4081839422" sldId="2147483794"/>
          </pc:sldLayoutMkLst>
        </pc:sldLayoutChg>
        <pc:sldLayoutChg chg="add del mod replId">
          <pc:chgData name="nashra zahid" userId="cbb1d145a196841b" providerId="Windows Live" clId="Web-{2CD9ADAD-B846-4F42-9EFA-5D3EC76FF5F9}" dt="2026-10-23T14:29:56.630" v="22"/>
          <pc:sldLayoutMkLst>
            <pc:docMk/>
            <pc:sldMasterMk cId="450074716" sldId="2147483768"/>
            <pc:sldLayoutMk cId="2334899210" sldId="2147483795"/>
          </pc:sldLayoutMkLst>
        </pc:sldLayoutChg>
        <pc:sldLayoutChg chg="add del mod replId">
          <pc:chgData name="nashra zahid" userId="cbb1d145a196841b" providerId="Windows Live" clId="Web-{2CD9ADAD-B846-4F42-9EFA-5D3EC76FF5F9}" dt="2026-10-23T14:29:56.630" v="22"/>
          <pc:sldLayoutMkLst>
            <pc:docMk/>
            <pc:sldMasterMk cId="450074716" sldId="2147483768"/>
            <pc:sldLayoutMk cId="3771683058" sldId="2147483796"/>
          </pc:sldLayoutMkLst>
        </pc:sldLayoutChg>
        <pc:sldLayoutChg chg="add del mod replId">
          <pc:chgData name="nashra zahid" userId="cbb1d145a196841b" providerId="Windows Live" clId="Web-{2CD9ADAD-B846-4F42-9EFA-5D3EC76FF5F9}" dt="2026-10-23T14:29:56.630" v="22"/>
          <pc:sldLayoutMkLst>
            <pc:docMk/>
            <pc:sldMasterMk cId="450074716" sldId="2147483768"/>
            <pc:sldLayoutMk cId="3004181926" sldId="2147483797"/>
          </pc:sldLayoutMkLst>
        </pc:sldLayoutChg>
      </pc:sldMasterChg>
      <pc:sldMasterChg chg="add del addSldLayout delSldLayout modSldLayout">
        <pc:chgData name="nashra zahid" userId="cbb1d145a196841b" providerId="Windows Live" clId="Web-{2CD9ADAD-B846-4F42-9EFA-5D3EC76FF5F9}" dt="2026-10-23T14:34:17.090" v="32"/>
        <pc:sldMasterMkLst>
          <pc:docMk/>
          <pc:sldMasterMk cId="2588272540" sldId="2147483798"/>
        </pc:sldMasterMkLst>
        <pc:sldLayoutChg chg="add del mod replId">
          <pc:chgData name="nashra zahid" userId="cbb1d145a196841b" providerId="Windows Live" clId="Web-{2CD9ADAD-B846-4F42-9EFA-5D3EC76FF5F9}" dt="2026-10-23T14:34:17.090" v="32"/>
          <pc:sldLayoutMkLst>
            <pc:docMk/>
            <pc:sldMasterMk cId="2588272540" sldId="2147483798"/>
            <pc:sldLayoutMk cId="1080298206" sldId="2147483799"/>
          </pc:sldLayoutMkLst>
        </pc:sldLayoutChg>
        <pc:sldLayoutChg chg="add del mod replId">
          <pc:chgData name="nashra zahid" userId="cbb1d145a196841b" providerId="Windows Live" clId="Web-{2CD9ADAD-B846-4F42-9EFA-5D3EC76FF5F9}" dt="2026-10-23T14:34:17.090" v="32"/>
          <pc:sldLayoutMkLst>
            <pc:docMk/>
            <pc:sldMasterMk cId="2588272540" sldId="2147483798"/>
            <pc:sldLayoutMk cId="1572197684" sldId="2147483800"/>
          </pc:sldLayoutMkLst>
        </pc:sldLayoutChg>
        <pc:sldLayoutChg chg="add del mod replId">
          <pc:chgData name="nashra zahid" userId="cbb1d145a196841b" providerId="Windows Live" clId="Web-{2CD9ADAD-B846-4F42-9EFA-5D3EC76FF5F9}" dt="2026-10-23T14:34:17.090" v="32"/>
          <pc:sldLayoutMkLst>
            <pc:docMk/>
            <pc:sldMasterMk cId="2588272540" sldId="2147483798"/>
            <pc:sldLayoutMk cId="2481364964" sldId="2147483801"/>
          </pc:sldLayoutMkLst>
        </pc:sldLayoutChg>
        <pc:sldLayoutChg chg="add del mod replId">
          <pc:chgData name="nashra zahid" userId="cbb1d145a196841b" providerId="Windows Live" clId="Web-{2CD9ADAD-B846-4F42-9EFA-5D3EC76FF5F9}" dt="2026-10-23T14:34:17.090" v="32"/>
          <pc:sldLayoutMkLst>
            <pc:docMk/>
            <pc:sldMasterMk cId="2588272540" sldId="2147483798"/>
            <pc:sldLayoutMk cId="3875134997" sldId="2147483802"/>
          </pc:sldLayoutMkLst>
        </pc:sldLayoutChg>
        <pc:sldLayoutChg chg="add del mod replId">
          <pc:chgData name="nashra zahid" userId="cbb1d145a196841b" providerId="Windows Live" clId="Web-{2CD9ADAD-B846-4F42-9EFA-5D3EC76FF5F9}" dt="2026-10-23T14:34:17.090" v="32"/>
          <pc:sldLayoutMkLst>
            <pc:docMk/>
            <pc:sldMasterMk cId="2588272540" sldId="2147483798"/>
            <pc:sldLayoutMk cId="706536761" sldId="2147483803"/>
          </pc:sldLayoutMkLst>
        </pc:sldLayoutChg>
        <pc:sldLayoutChg chg="add del mod replId">
          <pc:chgData name="nashra zahid" userId="cbb1d145a196841b" providerId="Windows Live" clId="Web-{2CD9ADAD-B846-4F42-9EFA-5D3EC76FF5F9}" dt="2026-10-23T14:34:17.090" v="32"/>
          <pc:sldLayoutMkLst>
            <pc:docMk/>
            <pc:sldMasterMk cId="2588272540" sldId="2147483798"/>
            <pc:sldLayoutMk cId="3480495536" sldId="2147483804"/>
          </pc:sldLayoutMkLst>
        </pc:sldLayoutChg>
        <pc:sldLayoutChg chg="add del mod replId">
          <pc:chgData name="nashra zahid" userId="cbb1d145a196841b" providerId="Windows Live" clId="Web-{2CD9ADAD-B846-4F42-9EFA-5D3EC76FF5F9}" dt="2026-10-23T14:34:17.090" v="32"/>
          <pc:sldLayoutMkLst>
            <pc:docMk/>
            <pc:sldMasterMk cId="2588272540" sldId="2147483798"/>
            <pc:sldLayoutMk cId="746924854" sldId="2147483805"/>
          </pc:sldLayoutMkLst>
        </pc:sldLayoutChg>
        <pc:sldLayoutChg chg="add del mod replId">
          <pc:chgData name="nashra zahid" userId="cbb1d145a196841b" providerId="Windows Live" clId="Web-{2CD9ADAD-B846-4F42-9EFA-5D3EC76FF5F9}" dt="2026-10-23T14:34:17.090" v="32"/>
          <pc:sldLayoutMkLst>
            <pc:docMk/>
            <pc:sldMasterMk cId="2588272540" sldId="2147483798"/>
            <pc:sldLayoutMk cId="3698901089" sldId="2147483806"/>
          </pc:sldLayoutMkLst>
        </pc:sldLayoutChg>
        <pc:sldLayoutChg chg="add del mod replId">
          <pc:chgData name="nashra zahid" userId="cbb1d145a196841b" providerId="Windows Live" clId="Web-{2CD9ADAD-B846-4F42-9EFA-5D3EC76FF5F9}" dt="2026-10-23T14:34:17.090" v="32"/>
          <pc:sldLayoutMkLst>
            <pc:docMk/>
            <pc:sldMasterMk cId="2588272540" sldId="2147483798"/>
            <pc:sldLayoutMk cId="3323760393" sldId="2147483807"/>
          </pc:sldLayoutMkLst>
        </pc:sldLayoutChg>
        <pc:sldLayoutChg chg="add del mod replId">
          <pc:chgData name="nashra zahid" userId="cbb1d145a196841b" providerId="Windows Live" clId="Web-{2CD9ADAD-B846-4F42-9EFA-5D3EC76FF5F9}" dt="2026-10-23T14:34:17.090" v="32"/>
          <pc:sldLayoutMkLst>
            <pc:docMk/>
            <pc:sldMasterMk cId="2588272540" sldId="2147483798"/>
            <pc:sldLayoutMk cId="1663846806" sldId="2147483808"/>
          </pc:sldLayoutMkLst>
        </pc:sldLayoutChg>
        <pc:sldLayoutChg chg="add del mod replId">
          <pc:chgData name="nashra zahid" userId="cbb1d145a196841b" providerId="Windows Live" clId="Web-{2CD9ADAD-B846-4F42-9EFA-5D3EC76FF5F9}" dt="2026-10-23T14:34:17.090" v="32"/>
          <pc:sldLayoutMkLst>
            <pc:docMk/>
            <pc:sldMasterMk cId="2588272540" sldId="2147483798"/>
            <pc:sldLayoutMk cId="2253697203" sldId="2147483809"/>
          </pc:sldLayoutMkLst>
        </pc:sldLayoutChg>
        <pc:sldLayoutChg chg="add del mod replId">
          <pc:chgData name="nashra zahid" userId="cbb1d145a196841b" providerId="Windows Live" clId="Web-{2CD9ADAD-B846-4F42-9EFA-5D3EC76FF5F9}" dt="2026-10-23T14:34:17.090" v="32"/>
          <pc:sldLayoutMkLst>
            <pc:docMk/>
            <pc:sldMasterMk cId="2588272540" sldId="2147483798"/>
            <pc:sldLayoutMk cId="3122372296" sldId="2147483810"/>
          </pc:sldLayoutMkLst>
        </pc:sldLayoutChg>
        <pc:sldLayoutChg chg="add del mod replId">
          <pc:chgData name="nashra zahid" userId="cbb1d145a196841b" providerId="Windows Live" clId="Web-{2CD9ADAD-B846-4F42-9EFA-5D3EC76FF5F9}" dt="2026-10-23T14:34:17.090" v="32"/>
          <pc:sldLayoutMkLst>
            <pc:docMk/>
            <pc:sldMasterMk cId="2588272540" sldId="2147483798"/>
            <pc:sldLayoutMk cId="746502032" sldId="2147483811"/>
          </pc:sldLayoutMkLst>
        </pc:sldLayoutChg>
        <pc:sldLayoutChg chg="add del mod replId">
          <pc:chgData name="nashra zahid" userId="cbb1d145a196841b" providerId="Windows Live" clId="Web-{2CD9ADAD-B846-4F42-9EFA-5D3EC76FF5F9}" dt="2026-10-23T14:34:17.090" v="32"/>
          <pc:sldLayoutMkLst>
            <pc:docMk/>
            <pc:sldMasterMk cId="2588272540" sldId="2147483798"/>
            <pc:sldLayoutMk cId="1580981563" sldId="2147483812"/>
          </pc:sldLayoutMkLst>
        </pc:sldLayoutChg>
        <pc:sldLayoutChg chg="add del mod replId">
          <pc:chgData name="nashra zahid" userId="cbb1d145a196841b" providerId="Windows Live" clId="Web-{2CD9ADAD-B846-4F42-9EFA-5D3EC76FF5F9}" dt="2026-10-23T14:34:17.090" v="32"/>
          <pc:sldLayoutMkLst>
            <pc:docMk/>
            <pc:sldMasterMk cId="2588272540" sldId="2147483798"/>
            <pc:sldLayoutMk cId="2762533949" sldId="2147483813"/>
          </pc:sldLayoutMkLst>
        </pc:sldLayoutChg>
        <pc:sldLayoutChg chg="add del mod replId">
          <pc:chgData name="nashra zahid" userId="cbb1d145a196841b" providerId="Windows Live" clId="Web-{2CD9ADAD-B846-4F42-9EFA-5D3EC76FF5F9}" dt="2026-10-23T14:34:17.090" v="32"/>
          <pc:sldLayoutMkLst>
            <pc:docMk/>
            <pc:sldMasterMk cId="2588272540" sldId="2147483798"/>
            <pc:sldLayoutMk cId="1525306137" sldId="2147483814"/>
          </pc:sldLayoutMkLst>
        </pc:sldLayoutChg>
        <pc:sldLayoutChg chg="add del mod replId">
          <pc:chgData name="nashra zahid" userId="cbb1d145a196841b" providerId="Windows Live" clId="Web-{2CD9ADAD-B846-4F42-9EFA-5D3EC76FF5F9}" dt="2026-10-23T14:34:17.090" v="32"/>
          <pc:sldLayoutMkLst>
            <pc:docMk/>
            <pc:sldMasterMk cId="2588272540" sldId="2147483798"/>
            <pc:sldLayoutMk cId="1400220065" sldId="2147483815"/>
          </pc:sldLayoutMkLst>
        </pc:sldLayoutChg>
        <pc:sldLayoutChg chg="add del mod replId">
          <pc:chgData name="nashra zahid" userId="cbb1d145a196841b" providerId="Windows Live" clId="Web-{2CD9ADAD-B846-4F42-9EFA-5D3EC76FF5F9}" dt="2026-10-23T14:34:17.090" v="32"/>
          <pc:sldLayoutMkLst>
            <pc:docMk/>
            <pc:sldMasterMk cId="2588272540" sldId="2147483798"/>
            <pc:sldLayoutMk cId="2926439204" sldId="2147483816"/>
          </pc:sldLayoutMkLst>
        </pc:sldLayoutChg>
        <pc:sldLayoutChg chg="add del mod replId">
          <pc:chgData name="nashra zahid" userId="cbb1d145a196841b" providerId="Windows Live" clId="Web-{2CD9ADAD-B846-4F42-9EFA-5D3EC76FF5F9}" dt="2026-10-23T14:34:17.090" v="32"/>
          <pc:sldLayoutMkLst>
            <pc:docMk/>
            <pc:sldMasterMk cId="2588272540" sldId="2147483798"/>
            <pc:sldLayoutMk cId="3891425869" sldId="2147483817"/>
          </pc:sldLayoutMkLst>
        </pc:sldLayoutChg>
        <pc:sldLayoutChg chg="add del mod replId">
          <pc:chgData name="nashra zahid" userId="cbb1d145a196841b" providerId="Windows Live" clId="Web-{2CD9ADAD-B846-4F42-9EFA-5D3EC76FF5F9}" dt="2026-10-23T14:34:17.090" v="32"/>
          <pc:sldLayoutMkLst>
            <pc:docMk/>
            <pc:sldMasterMk cId="2588272540" sldId="2147483798"/>
            <pc:sldLayoutMk cId="2309559472" sldId="2147483818"/>
          </pc:sldLayoutMkLst>
        </pc:sldLayoutChg>
        <pc:sldLayoutChg chg="add del mod replId">
          <pc:chgData name="nashra zahid" userId="cbb1d145a196841b" providerId="Windows Live" clId="Web-{2CD9ADAD-B846-4F42-9EFA-5D3EC76FF5F9}" dt="2026-10-23T14:34:17.090" v="32"/>
          <pc:sldLayoutMkLst>
            <pc:docMk/>
            <pc:sldMasterMk cId="2588272540" sldId="2147483798"/>
            <pc:sldLayoutMk cId="1742851782" sldId="2147483819"/>
          </pc:sldLayoutMkLst>
        </pc:sldLayoutChg>
        <pc:sldLayoutChg chg="add del mod replId">
          <pc:chgData name="nashra zahid" userId="cbb1d145a196841b" providerId="Windows Live" clId="Web-{2CD9ADAD-B846-4F42-9EFA-5D3EC76FF5F9}" dt="2026-10-23T14:34:17.090" v="32"/>
          <pc:sldLayoutMkLst>
            <pc:docMk/>
            <pc:sldMasterMk cId="2588272540" sldId="2147483798"/>
            <pc:sldLayoutMk cId="1201468626" sldId="2147483820"/>
          </pc:sldLayoutMkLst>
        </pc:sldLayoutChg>
        <pc:sldLayoutChg chg="add del mod replId">
          <pc:chgData name="nashra zahid" userId="cbb1d145a196841b" providerId="Windows Live" clId="Web-{2CD9ADAD-B846-4F42-9EFA-5D3EC76FF5F9}" dt="2026-10-23T14:34:17.090" v="32"/>
          <pc:sldLayoutMkLst>
            <pc:docMk/>
            <pc:sldMasterMk cId="2588272540" sldId="2147483798"/>
            <pc:sldLayoutMk cId="4282940880" sldId="2147483821"/>
          </pc:sldLayoutMkLst>
        </pc:sldLayoutChg>
        <pc:sldLayoutChg chg="add del mod replId">
          <pc:chgData name="nashra zahid" userId="cbb1d145a196841b" providerId="Windows Live" clId="Web-{2CD9ADAD-B846-4F42-9EFA-5D3EC76FF5F9}" dt="2026-10-23T14:34:17.090" v="32"/>
          <pc:sldLayoutMkLst>
            <pc:docMk/>
            <pc:sldMasterMk cId="2588272540" sldId="2147483798"/>
            <pc:sldLayoutMk cId="2082333304" sldId="2147483822"/>
          </pc:sldLayoutMkLst>
        </pc:sldLayoutChg>
        <pc:sldLayoutChg chg="add del mod replId">
          <pc:chgData name="nashra zahid" userId="cbb1d145a196841b" providerId="Windows Live" clId="Web-{2CD9ADAD-B846-4F42-9EFA-5D3EC76FF5F9}" dt="2026-10-23T14:34:17.090" v="32"/>
          <pc:sldLayoutMkLst>
            <pc:docMk/>
            <pc:sldMasterMk cId="2588272540" sldId="2147483798"/>
            <pc:sldLayoutMk cId="1598369296" sldId="2147483823"/>
          </pc:sldLayoutMkLst>
        </pc:sldLayoutChg>
        <pc:sldLayoutChg chg="add del mod replId">
          <pc:chgData name="nashra zahid" userId="cbb1d145a196841b" providerId="Windows Live" clId="Web-{2CD9ADAD-B846-4F42-9EFA-5D3EC76FF5F9}" dt="2026-10-23T14:34:17.090" v="32"/>
          <pc:sldLayoutMkLst>
            <pc:docMk/>
            <pc:sldMasterMk cId="2588272540" sldId="2147483798"/>
            <pc:sldLayoutMk cId="312884526" sldId="2147483824"/>
          </pc:sldLayoutMkLst>
        </pc:sldLayoutChg>
        <pc:sldLayoutChg chg="add del mod replId">
          <pc:chgData name="nashra zahid" userId="cbb1d145a196841b" providerId="Windows Live" clId="Web-{2CD9ADAD-B846-4F42-9EFA-5D3EC76FF5F9}" dt="2026-10-23T14:34:17.090" v="32"/>
          <pc:sldLayoutMkLst>
            <pc:docMk/>
            <pc:sldMasterMk cId="2588272540" sldId="2147483798"/>
            <pc:sldLayoutMk cId="4065544918" sldId="2147483825"/>
          </pc:sldLayoutMkLst>
        </pc:sldLayoutChg>
        <pc:sldLayoutChg chg="add del mod replId">
          <pc:chgData name="nashra zahid" userId="cbb1d145a196841b" providerId="Windows Live" clId="Web-{2CD9ADAD-B846-4F42-9EFA-5D3EC76FF5F9}" dt="2026-10-23T14:34:17.090" v="32"/>
          <pc:sldLayoutMkLst>
            <pc:docMk/>
            <pc:sldMasterMk cId="2588272540" sldId="2147483798"/>
            <pc:sldLayoutMk cId="1619160612" sldId="2147483826"/>
          </pc:sldLayoutMkLst>
        </pc:sldLayoutChg>
        <pc:sldLayoutChg chg="add del mod replId">
          <pc:chgData name="nashra zahid" userId="cbb1d145a196841b" providerId="Windows Live" clId="Web-{2CD9ADAD-B846-4F42-9EFA-5D3EC76FF5F9}" dt="2026-10-23T14:34:17.090" v="32"/>
          <pc:sldLayoutMkLst>
            <pc:docMk/>
            <pc:sldMasterMk cId="2588272540" sldId="2147483798"/>
            <pc:sldLayoutMk cId="1835563096" sldId="2147483827"/>
          </pc:sldLayoutMkLst>
        </pc:sldLayoutChg>
      </pc:sldMasterChg>
      <pc:sldMasterChg chg="add del addSldLayout delSldLayout modSldLayout">
        <pc:chgData name="nashra zahid" userId="cbb1d145a196841b" providerId="Windows Live" clId="Web-{2CD9ADAD-B846-4F42-9EFA-5D3EC76FF5F9}" dt="2026-10-23T14:34:35.981" v="33"/>
        <pc:sldMasterMkLst>
          <pc:docMk/>
          <pc:sldMasterMk cId="4161035134" sldId="2147483828"/>
        </pc:sldMasterMkLst>
        <pc:sldLayoutChg chg="add del mod replId">
          <pc:chgData name="nashra zahid" userId="cbb1d145a196841b" providerId="Windows Live" clId="Web-{2CD9ADAD-B846-4F42-9EFA-5D3EC76FF5F9}" dt="2026-10-23T14:34:35.981" v="33"/>
          <pc:sldLayoutMkLst>
            <pc:docMk/>
            <pc:sldMasterMk cId="4161035134" sldId="2147483828"/>
            <pc:sldLayoutMk cId="2287354184" sldId="2147483829"/>
          </pc:sldLayoutMkLst>
        </pc:sldLayoutChg>
        <pc:sldLayoutChg chg="add del mod replId">
          <pc:chgData name="nashra zahid" userId="cbb1d145a196841b" providerId="Windows Live" clId="Web-{2CD9ADAD-B846-4F42-9EFA-5D3EC76FF5F9}" dt="2026-10-23T14:34:35.981" v="33"/>
          <pc:sldLayoutMkLst>
            <pc:docMk/>
            <pc:sldMasterMk cId="4161035134" sldId="2147483828"/>
            <pc:sldLayoutMk cId="1464360408" sldId="2147483830"/>
          </pc:sldLayoutMkLst>
        </pc:sldLayoutChg>
        <pc:sldLayoutChg chg="add del mod replId">
          <pc:chgData name="nashra zahid" userId="cbb1d145a196841b" providerId="Windows Live" clId="Web-{2CD9ADAD-B846-4F42-9EFA-5D3EC76FF5F9}" dt="2026-10-23T14:34:35.981" v="33"/>
          <pc:sldLayoutMkLst>
            <pc:docMk/>
            <pc:sldMasterMk cId="4161035134" sldId="2147483828"/>
            <pc:sldLayoutMk cId="3338305967" sldId="2147483831"/>
          </pc:sldLayoutMkLst>
        </pc:sldLayoutChg>
        <pc:sldLayoutChg chg="add del mod replId">
          <pc:chgData name="nashra zahid" userId="cbb1d145a196841b" providerId="Windows Live" clId="Web-{2CD9ADAD-B846-4F42-9EFA-5D3EC76FF5F9}" dt="2026-10-23T14:34:35.981" v="33"/>
          <pc:sldLayoutMkLst>
            <pc:docMk/>
            <pc:sldMasterMk cId="4161035134" sldId="2147483828"/>
            <pc:sldLayoutMk cId="972708542" sldId="2147483832"/>
          </pc:sldLayoutMkLst>
        </pc:sldLayoutChg>
        <pc:sldLayoutChg chg="add del mod replId">
          <pc:chgData name="nashra zahid" userId="cbb1d145a196841b" providerId="Windows Live" clId="Web-{2CD9ADAD-B846-4F42-9EFA-5D3EC76FF5F9}" dt="2026-10-23T14:34:35.981" v="33"/>
          <pc:sldLayoutMkLst>
            <pc:docMk/>
            <pc:sldMasterMk cId="4161035134" sldId="2147483828"/>
            <pc:sldLayoutMk cId="3851245225" sldId="2147483833"/>
          </pc:sldLayoutMkLst>
        </pc:sldLayoutChg>
        <pc:sldLayoutChg chg="add del mod replId">
          <pc:chgData name="nashra zahid" userId="cbb1d145a196841b" providerId="Windows Live" clId="Web-{2CD9ADAD-B846-4F42-9EFA-5D3EC76FF5F9}" dt="2026-10-23T14:34:35.981" v="33"/>
          <pc:sldLayoutMkLst>
            <pc:docMk/>
            <pc:sldMasterMk cId="4161035134" sldId="2147483828"/>
            <pc:sldLayoutMk cId="125012526" sldId="2147483834"/>
          </pc:sldLayoutMkLst>
        </pc:sldLayoutChg>
        <pc:sldLayoutChg chg="add del mod replId">
          <pc:chgData name="nashra zahid" userId="cbb1d145a196841b" providerId="Windows Live" clId="Web-{2CD9ADAD-B846-4F42-9EFA-5D3EC76FF5F9}" dt="2026-10-23T14:34:35.981" v="33"/>
          <pc:sldLayoutMkLst>
            <pc:docMk/>
            <pc:sldMasterMk cId="4161035134" sldId="2147483828"/>
            <pc:sldLayoutMk cId="1600028533" sldId="2147483835"/>
          </pc:sldLayoutMkLst>
        </pc:sldLayoutChg>
        <pc:sldLayoutChg chg="add del mod replId">
          <pc:chgData name="nashra zahid" userId="cbb1d145a196841b" providerId="Windows Live" clId="Web-{2CD9ADAD-B846-4F42-9EFA-5D3EC76FF5F9}" dt="2026-10-23T14:34:35.981" v="33"/>
          <pc:sldLayoutMkLst>
            <pc:docMk/>
            <pc:sldMasterMk cId="4161035134" sldId="2147483828"/>
            <pc:sldLayoutMk cId="4077168361" sldId="2147483836"/>
          </pc:sldLayoutMkLst>
        </pc:sldLayoutChg>
        <pc:sldLayoutChg chg="add del mod replId">
          <pc:chgData name="nashra zahid" userId="cbb1d145a196841b" providerId="Windows Live" clId="Web-{2CD9ADAD-B846-4F42-9EFA-5D3EC76FF5F9}" dt="2026-10-23T14:34:35.981" v="33"/>
          <pc:sldLayoutMkLst>
            <pc:docMk/>
            <pc:sldMasterMk cId="4161035134" sldId="2147483828"/>
            <pc:sldLayoutMk cId="1462766000" sldId="2147483837"/>
          </pc:sldLayoutMkLst>
        </pc:sldLayoutChg>
        <pc:sldLayoutChg chg="add del mod replId">
          <pc:chgData name="nashra zahid" userId="cbb1d145a196841b" providerId="Windows Live" clId="Web-{2CD9ADAD-B846-4F42-9EFA-5D3EC76FF5F9}" dt="2026-10-23T14:34:35.981" v="33"/>
          <pc:sldLayoutMkLst>
            <pc:docMk/>
            <pc:sldMasterMk cId="4161035134" sldId="2147483828"/>
            <pc:sldLayoutMk cId="4101805140" sldId="2147483838"/>
          </pc:sldLayoutMkLst>
        </pc:sldLayoutChg>
        <pc:sldLayoutChg chg="add del mod replId">
          <pc:chgData name="nashra zahid" userId="cbb1d145a196841b" providerId="Windows Live" clId="Web-{2CD9ADAD-B846-4F42-9EFA-5D3EC76FF5F9}" dt="2026-10-23T14:34:35.981" v="33"/>
          <pc:sldLayoutMkLst>
            <pc:docMk/>
            <pc:sldMasterMk cId="4161035134" sldId="2147483828"/>
            <pc:sldLayoutMk cId="485274473" sldId="2147483839"/>
          </pc:sldLayoutMkLst>
        </pc:sldLayoutChg>
        <pc:sldLayoutChg chg="add del mod replId">
          <pc:chgData name="nashra zahid" userId="cbb1d145a196841b" providerId="Windows Live" clId="Web-{2CD9ADAD-B846-4F42-9EFA-5D3EC76FF5F9}" dt="2026-10-23T14:34:35.981" v="33"/>
          <pc:sldLayoutMkLst>
            <pc:docMk/>
            <pc:sldMasterMk cId="4161035134" sldId="2147483828"/>
            <pc:sldLayoutMk cId="345812583" sldId="2147483840"/>
          </pc:sldLayoutMkLst>
        </pc:sldLayoutChg>
        <pc:sldLayoutChg chg="add del mod replId">
          <pc:chgData name="nashra zahid" userId="cbb1d145a196841b" providerId="Windows Live" clId="Web-{2CD9ADAD-B846-4F42-9EFA-5D3EC76FF5F9}" dt="2026-10-23T14:34:35.981" v="33"/>
          <pc:sldLayoutMkLst>
            <pc:docMk/>
            <pc:sldMasterMk cId="4161035134" sldId="2147483828"/>
            <pc:sldLayoutMk cId="1213652886" sldId="2147483841"/>
          </pc:sldLayoutMkLst>
        </pc:sldLayoutChg>
        <pc:sldLayoutChg chg="add del mod replId">
          <pc:chgData name="nashra zahid" userId="cbb1d145a196841b" providerId="Windows Live" clId="Web-{2CD9ADAD-B846-4F42-9EFA-5D3EC76FF5F9}" dt="2026-10-23T14:34:35.981" v="33"/>
          <pc:sldLayoutMkLst>
            <pc:docMk/>
            <pc:sldMasterMk cId="4161035134" sldId="2147483828"/>
            <pc:sldLayoutMk cId="2964383353" sldId="2147483842"/>
          </pc:sldLayoutMkLst>
        </pc:sldLayoutChg>
        <pc:sldLayoutChg chg="add del mod replId">
          <pc:chgData name="nashra zahid" userId="cbb1d145a196841b" providerId="Windows Live" clId="Web-{2CD9ADAD-B846-4F42-9EFA-5D3EC76FF5F9}" dt="2026-10-23T14:34:35.981" v="33"/>
          <pc:sldLayoutMkLst>
            <pc:docMk/>
            <pc:sldMasterMk cId="4161035134" sldId="2147483828"/>
            <pc:sldLayoutMk cId="4036858396" sldId="2147483843"/>
          </pc:sldLayoutMkLst>
        </pc:sldLayoutChg>
        <pc:sldLayoutChg chg="add del mod replId">
          <pc:chgData name="nashra zahid" userId="cbb1d145a196841b" providerId="Windows Live" clId="Web-{2CD9ADAD-B846-4F42-9EFA-5D3EC76FF5F9}" dt="2026-10-23T14:34:35.981" v="33"/>
          <pc:sldLayoutMkLst>
            <pc:docMk/>
            <pc:sldMasterMk cId="4161035134" sldId="2147483828"/>
            <pc:sldLayoutMk cId="2324513365" sldId="2147483844"/>
          </pc:sldLayoutMkLst>
        </pc:sldLayoutChg>
      </pc:sldMasterChg>
      <pc:sldMasterChg chg="add addSldLayout modSldLayout">
        <pc:chgData name="nashra zahid" userId="cbb1d145a196841b" providerId="Windows Live" clId="Web-{2CD9ADAD-B846-4F42-9EFA-5D3EC76FF5F9}" dt="2026-10-23T14:34:35.981" v="33"/>
        <pc:sldMasterMkLst>
          <pc:docMk/>
          <pc:sldMasterMk cId="993427254" sldId="2147483845"/>
        </pc:sldMasterMkLst>
        <pc:sldLayoutChg chg="add mod replId">
          <pc:chgData name="nashra zahid" userId="cbb1d145a196841b" providerId="Windows Live" clId="Web-{2CD9ADAD-B846-4F42-9EFA-5D3EC76FF5F9}" dt="2026-10-23T14:34:35.981" v="33"/>
          <pc:sldLayoutMkLst>
            <pc:docMk/>
            <pc:sldMasterMk cId="993427254" sldId="2147483845"/>
            <pc:sldLayoutMk cId="2382730888" sldId="2147483846"/>
          </pc:sldLayoutMkLst>
        </pc:sldLayoutChg>
        <pc:sldLayoutChg chg="add mod replId">
          <pc:chgData name="nashra zahid" userId="cbb1d145a196841b" providerId="Windows Live" clId="Web-{2CD9ADAD-B846-4F42-9EFA-5D3EC76FF5F9}" dt="2026-10-23T14:34:35.981" v="33"/>
          <pc:sldLayoutMkLst>
            <pc:docMk/>
            <pc:sldMasterMk cId="993427254" sldId="2147483845"/>
            <pc:sldLayoutMk cId="2295564201" sldId="2147483847"/>
          </pc:sldLayoutMkLst>
        </pc:sldLayoutChg>
        <pc:sldLayoutChg chg="add mod replId">
          <pc:chgData name="nashra zahid" userId="cbb1d145a196841b" providerId="Windows Live" clId="Web-{2CD9ADAD-B846-4F42-9EFA-5D3EC76FF5F9}" dt="2026-10-23T14:34:35.981" v="33"/>
          <pc:sldLayoutMkLst>
            <pc:docMk/>
            <pc:sldMasterMk cId="993427254" sldId="2147483845"/>
            <pc:sldLayoutMk cId="3016197504" sldId="2147483848"/>
          </pc:sldLayoutMkLst>
        </pc:sldLayoutChg>
        <pc:sldLayoutChg chg="add mod replId">
          <pc:chgData name="nashra zahid" userId="cbb1d145a196841b" providerId="Windows Live" clId="Web-{2CD9ADAD-B846-4F42-9EFA-5D3EC76FF5F9}" dt="2026-10-23T14:34:35.981" v="33"/>
          <pc:sldLayoutMkLst>
            <pc:docMk/>
            <pc:sldMasterMk cId="993427254" sldId="2147483845"/>
            <pc:sldLayoutMk cId="3146675076" sldId="2147483849"/>
          </pc:sldLayoutMkLst>
        </pc:sldLayoutChg>
        <pc:sldLayoutChg chg="add mod replId">
          <pc:chgData name="nashra zahid" userId="cbb1d145a196841b" providerId="Windows Live" clId="Web-{2CD9ADAD-B846-4F42-9EFA-5D3EC76FF5F9}" dt="2026-10-23T14:34:35.981" v="33"/>
          <pc:sldLayoutMkLst>
            <pc:docMk/>
            <pc:sldMasterMk cId="993427254" sldId="2147483845"/>
            <pc:sldLayoutMk cId="3545337104" sldId="2147483850"/>
          </pc:sldLayoutMkLst>
        </pc:sldLayoutChg>
        <pc:sldLayoutChg chg="add mod replId">
          <pc:chgData name="nashra zahid" userId="cbb1d145a196841b" providerId="Windows Live" clId="Web-{2CD9ADAD-B846-4F42-9EFA-5D3EC76FF5F9}" dt="2026-10-23T14:34:35.981" v="33"/>
          <pc:sldLayoutMkLst>
            <pc:docMk/>
            <pc:sldMasterMk cId="993427254" sldId="2147483845"/>
            <pc:sldLayoutMk cId="3804361483" sldId="2147483851"/>
          </pc:sldLayoutMkLst>
        </pc:sldLayoutChg>
        <pc:sldLayoutChg chg="add mod replId">
          <pc:chgData name="nashra zahid" userId="cbb1d145a196841b" providerId="Windows Live" clId="Web-{2CD9ADAD-B846-4F42-9EFA-5D3EC76FF5F9}" dt="2026-10-23T14:34:35.981" v="33"/>
          <pc:sldLayoutMkLst>
            <pc:docMk/>
            <pc:sldMasterMk cId="993427254" sldId="2147483845"/>
            <pc:sldLayoutMk cId="4073042603" sldId="2147483852"/>
          </pc:sldLayoutMkLst>
        </pc:sldLayoutChg>
        <pc:sldLayoutChg chg="add mod replId">
          <pc:chgData name="nashra zahid" userId="cbb1d145a196841b" providerId="Windows Live" clId="Web-{2CD9ADAD-B846-4F42-9EFA-5D3EC76FF5F9}" dt="2026-10-23T14:34:35.981" v="33"/>
          <pc:sldLayoutMkLst>
            <pc:docMk/>
            <pc:sldMasterMk cId="993427254" sldId="2147483845"/>
            <pc:sldLayoutMk cId="2034812136" sldId="2147483853"/>
          </pc:sldLayoutMkLst>
        </pc:sldLayoutChg>
        <pc:sldLayoutChg chg="add mod replId">
          <pc:chgData name="nashra zahid" userId="cbb1d145a196841b" providerId="Windows Live" clId="Web-{2CD9ADAD-B846-4F42-9EFA-5D3EC76FF5F9}" dt="2026-10-23T14:34:35.981" v="33"/>
          <pc:sldLayoutMkLst>
            <pc:docMk/>
            <pc:sldMasterMk cId="993427254" sldId="2147483845"/>
            <pc:sldLayoutMk cId="3521340204" sldId="2147483854"/>
          </pc:sldLayoutMkLst>
        </pc:sldLayoutChg>
        <pc:sldLayoutChg chg="add mod replId">
          <pc:chgData name="nashra zahid" userId="cbb1d145a196841b" providerId="Windows Live" clId="Web-{2CD9ADAD-B846-4F42-9EFA-5D3EC76FF5F9}" dt="2026-10-23T14:34:35.981" v="33"/>
          <pc:sldLayoutMkLst>
            <pc:docMk/>
            <pc:sldMasterMk cId="993427254" sldId="2147483845"/>
            <pc:sldLayoutMk cId="3865199860" sldId="2147483855"/>
          </pc:sldLayoutMkLst>
        </pc:sldLayoutChg>
        <pc:sldLayoutChg chg="add mod replId">
          <pc:chgData name="nashra zahid" userId="cbb1d145a196841b" providerId="Windows Live" clId="Web-{2CD9ADAD-B846-4F42-9EFA-5D3EC76FF5F9}" dt="2026-10-23T14:34:35.981" v="33"/>
          <pc:sldLayoutMkLst>
            <pc:docMk/>
            <pc:sldMasterMk cId="993427254" sldId="2147483845"/>
            <pc:sldLayoutMk cId="3039131657" sldId="2147483856"/>
          </pc:sldLayoutMkLst>
        </pc:sldLayoutChg>
        <pc:sldLayoutChg chg="add mod replId">
          <pc:chgData name="nashra zahid" userId="cbb1d145a196841b" providerId="Windows Live" clId="Web-{2CD9ADAD-B846-4F42-9EFA-5D3EC76FF5F9}" dt="2026-10-23T14:34:35.981" v="33"/>
          <pc:sldLayoutMkLst>
            <pc:docMk/>
            <pc:sldMasterMk cId="993427254" sldId="2147483845"/>
            <pc:sldLayoutMk cId="1880547545" sldId="2147483857"/>
          </pc:sldLayoutMkLst>
        </pc:sldLayoutChg>
        <pc:sldLayoutChg chg="add mod replId">
          <pc:chgData name="nashra zahid" userId="cbb1d145a196841b" providerId="Windows Live" clId="Web-{2CD9ADAD-B846-4F42-9EFA-5D3EC76FF5F9}" dt="2026-10-23T14:34:35.981" v="33"/>
          <pc:sldLayoutMkLst>
            <pc:docMk/>
            <pc:sldMasterMk cId="993427254" sldId="2147483845"/>
            <pc:sldLayoutMk cId="1022336256" sldId="2147483858"/>
          </pc:sldLayoutMkLst>
        </pc:sldLayoutChg>
        <pc:sldLayoutChg chg="add mod replId">
          <pc:chgData name="nashra zahid" userId="cbb1d145a196841b" providerId="Windows Live" clId="Web-{2CD9ADAD-B846-4F42-9EFA-5D3EC76FF5F9}" dt="2026-10-23T14:34:35.981" v="33"/>
          <pc:sldLayoutMkLst>
            <pc:docMk/>
            <pc:sldMasterMk cId="993427254" sldId="2147483845"/>
            <pc:sldLayoutMk cId="1595504641" sldId="2147483859"/>
          </pc:sldLayoutMkLst>
        </pc:sldLayoutChg>
        <pc:sldLayoutChg chg="add mod replId">
          <pc:chgData name="nashra zahid" userId="cbb1d145a196841b" providerId="Windows Live" clId="Web-{2CD9ADAD-B846-4F42-9EFA-5D3EC76FF5F9}" dt="2026-10-23T14:34:35.981" v="33"/>
          <pc:sldLayoutMkLst>
            <pc:docMk/>
            <pc:sldMasterMk cId="993427254" sldId="2147483845"/>
            <pc:sldLayoutMk cId="1578737983" sldId="2147483860"/>
          </pc:sldLayoutMkLst>
        </pc:sldLayoutChg>
        <pc:sldLayoutChg chg="add mod replId">
          <pc:chgData name="nashra zahid" userId="cbb1d145a196841b" providerId="Windows Live" clId="Web-{2CD9ADAD-B846-4F42-9EFA-5D3EC76FF5F9}" dt="2026-10-23T14:34:35.981" v="33"/>
          <pc:sldLayoutMkLst>
            <pc:docMk/>
            <pc:sldMasterMk cId="993427254" sldId="2147483845"/>
            <pc:sldLayoutMk cId="1141276911" sldId="2147483861"/>
          </pc:sldLayoutMkLst>
        </pc:sldLayoutChg>
      </pc:sldMasterChg>
    </pc:docChg>
  </pc:docChgLst>
</pc:chgInfo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DAA3A50-58F2-4974-A79B-E534A21C2095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524D199F-8F1B-4028-8F96-BF40C61450F8}">
      <dgm:prSet/>
      <dgm:spPr/>
      <dgm:t>
        <a:bodyPr/>
        <a:lstStyle/>
        <a:p>
          <a:r>
            <a:rPr lang="en-US"/>
            <a:t>Objective: To design a secure, scalable, and resilient cloud architecture for a hypothetical digital application, ensuring high availability and disaster recovery.</a:t>
          </a:r>
        </a:p>
      </dgm:t>
    </dgm:pt>
    <dgm:pt modelId="{5DD6E329-659A-45DF-9D03-3E14A36D7A74}" type="parTrans" cxnId="{4CC447D0-57B9-41F4-A6DE-E40F06AB3F1B}">
      <dgm:prSet/>
      <dgm:spPr/>
      <dgm:t>
        <a:bodyPr/>
        <a:lstStyle/>
        <a:p>
          <a:endParaRPr lang="en-US"/>
        </a:p>
      </dgm:t>
    </dgm:pt>
    <dgm:pt modelId="{4A17F6BF-38B9-4CB7-934F-5636B5692397}" type="sibTrans" cxnId="{4CC447D0-57B9-41F4-A6DE-E40F06AB3F1B}">
      <dgm:prSet/>
      <dgm:spPr/>
      <dgm:t>
        <a:bodyPr/>
        <a:lstStyle/>
        <a:p>
          <a:endParaRPr lang="en-US"/>
        </a:p>
      </dgm:t>
    </dgm:pt>
    <dgm:pt modelId="{627CADD5-425F-4552-8521-DC7E3DBF1B13}">
      <dgm:prSet/>
      <dgm:spPr/>
      <dgm:t>
        <a:bodyPr/>
        <a:lstStyle/>
        <a:p>
          <a:r>
            <a:rPr lang="en-US"/>
            <a:t>Platform Chosen: Amazon Web Services (AWS)</a:t>
          </a:r>
        </a:p>
      </dgm:t>
    </dgm:pt>
    <dgm:pt modelId="{FF6A4DB5-883F-4705-AD1A-6F65185BBEE6}" type="parTrans" cxnId="{1DD11507-82D3-456A-BD52-E2B717DB7F18}">
      <dgm:prSet/>
      <dgm:spPr/>
      <dgm:t>
        <a:bodyPr/>
        <a:lstStyle/>
        <a:p>
          <a:endParaRPr lang="en-US"/>
        </a:p>
      </dgm:t>
    </dgm:pt>
    <dgm:pt modelId="{A7829A84-20A2-4260-AC85-859C3BA9F775}" type="sibTrans" cxnId="{1DD11507-82D3-456A-BD52-E2B717DB7F18}">
      <dgm:prSet/>
      <dgm:spPr/>
      <dgm:t>
        <a:bodyPr/>
        <a:lstStyle/>
        <a:p>
          <a:endParaRPr lang="en-US"/>
        </a:p>
      </dgm:t>
    </dgm:pt>
    <dgm:pt modelId="{A8093AE6-26E7-478B-BF9D-B86435082240}">
      <dgm:prSet/>
      <dgm:spPr/>
      <dgm:t>
        <a:bodyPr/>
        <a:lstStyle/>
        <a:p>
          <a:r>
            <a:rPr lang="en-US"/>
            <a:t>Why AWS? Industry-standard reliability, robust security features (WAF, IAM), and transparent, cost-effective pricing for small-scale deployments.</a:t>
          </a:r>
        </a:p>
      </dgm:t>
    </dgm:pt>
    <dgm:pt modelId="{BDE0B155-1763-4E2F-98CF-F035AC072AC4}" type="parTrans" cxnId="{19F94247-AD71-44E4-9A10-FC42894348C4}">
      <dgm:prSet/>
      <dgm:spPr/>
      <dgm:t>
        <a:bodyPr/>
        <a:lstStyle/>
        <a:p>
          <a:endParaRPr lang="en-US"/>
        </a:p>
      </dgm:t>
    </dgm:pt>
    <dgm:pt modelId="{24EEDF72-9CF1-4DC9-A722-C25D25A48A18}" type="sibTrans" cxnId="{19F94247-AD71-44E4-9A10-FC42894348C4}">
      <dgm:prSet/>
      <dgm:spPr/>
      <dgm:t>
        <a:bodyPr/>
        <a:lstStyle/>
        <a:p>
          <a:endParaRPr lang="en-US"/>
        </a:p>
      </dgm:t>
    </dgm:pt>
    <dgm:pt modelId="{4D035C32-15DC-4018-A7C1-0BB5BCD9A16B}" type="pres">
      <dgm:prSet presAssocID="{BDAA3A50-58F2-4974-A79B-E534A21C2095}" presName="linear" presStyleCnt="0">
        <dgm:presLayoutVars>
          <dgm:animLvl val="lvl"/>
          <dgm:resizeHandles val="exact"/>
        </dgm:presLayoutVars>
      </dgm:prSet>
      <dgm:spPr/>
    </dgm:pt>
    <dgm:pt modelId="{15364DC8-7063-4366-A467-1AF8139386DA}" type="pres">
      <dgm:prSet presAssocID="{524D199F-8F1B-4028-8F96-BF40C61450F8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CC5FD961-3130-41BD-966E-722BB0C5C665}" type="pres">
      <dgm:prSet presAssocID="{4A17F6BF-38B9-4CB7-934F-5636B5692397}" presName="spacer" presStyleCnt="0"/>
      <dgm:spPr/>
    </dgm:pt>
    <dgm:pt modelId="{53C298CF-A86E-466B-B864-6A00A657146A}" type="pres">
      <dgm:prSet presAssocID="{627CADD5-425F-4552-8521-DC7E3DBF1B13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C2A86386-FCE9-4401-AFD7-F3ACF8A7D46C}" type="pres">
      <dgm:prSet presAssocID="{A7829A84-20A2-4260-AC85-859C3BA9F775}" presName="spacer" presStyleCnt="0"/>
      <dgm:spPr/>
    </dgm:pt>
    <dgm:pt modelId="{7347F96A-4DF3-41A0-A139-41D83B457923}" type="pres">
      <dgm:prSet presAssocID="{A8093AE6-26E7-478B-BF9D-B86435082240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D619A401-CE05-4512-B1EB-48C1D3442794}" type="presOf" srcId="{BDAA3A50-58F2-4974-A79B-E534A21C2095}" destId="{4D035C32-15DC-4018-A7C1-0BB5BCD9A16B}" srcOrd="0" destOrd="0" presId="urn:microsoft.com/office/officeart/2005/8/layout/vList2"/>
    <dgm:cxn modelId="{1DD11507-82D3-456A-BD52-E2B717DB7F18}" srcId="{BDAA3A50-58F2-4974-A79B-E534A21C2095}" destId="{627CADD5-425F-4552-8521-DC7E3DBF1B13}" srcOrd="1" destOrd="0" parTransId="{FF6A4DB5-883F-4705-AD1A-6F65185BBEE6}" sibTransId="{A7829A84-20A2-4260-AC85-859C3BA9F775}"/>
    <dgm:cxn modelId="{D5DD4E10-B60E-4035-8C7F-4871D5BD6E0B}" type="presOf" srcId="{627CADD5-425F-4552-8521-DC7E3DBF1B13}" destId="{53C298CF-A86E-466B-B864-6A00A657146A}" srcOrd="0" destOrd="0" presId="urn:microsoft.com/office/officeart/2005/8/layout/vList2"/>
    <dgm:cxn modelId="{19F94247-AD71-44E4-9A10-FC42894348C4}" srcId="{BDAA3A50-58F2-4974-A79B-E534A21C2095}" destId="{A8093AE6-26E7-478B-BF9D-B86435082240}" srcOrd="2" destOrd="0" parTransId="{BDE0B155-1763-4E2F-98CF-F035AC072AC4}" sibTransId="{24EEDF72-9CF1-4DC9-A722-C25D25A48A18}"/>
    <dgm:cxn modelId="{AA0415AD-44AE-478F-A001-0FD03FA27E6E}" type="presOf" srcId="{524D199F-8F1B-4028-8F96-BF40C61450F8}" destId="{15364DC8-7063-4366-A467-1AF8139386DA}" srcOrd="0" destOrd="0" presId="urn:microsoft.com/office/officeart/2005/8/layout/vList2"/>
    <dgm:cxn modelId="{5D2D80B0-FD8A-4231-8E73-6D9D66575CF7}" type="presOf" srcId="{A8093AE6-26E7-478B-BF9D-B86435082240}" destId="{7347F96A-4DF3-41A0-A139-41D83B457923}" srcOrd="0" destOrd="0" presId="urn:microsoft.com/office/officeart/2005/8/layout/vList2"/>
    <dgm:cxn modelId="{4CC447D0-57B9-41F4-A6DE-E40F06AB3F1B}" srcId="{BDAA3A50-58F2-4974-A79B-E534A21C2095}" destId="{524D199F-8F1B-4028-8F96-BF40C61450F8}" srcOrd="0" destOrd="0" parTransId="{5DD6E329-659A-45DF-9D03-3E14A36D7A74}" sibTransId="{4A17F6BF-38B9-4CB7-934F-5636B5692397}"/>
    <dgm:cxn modelId="{95DB8A60-C5B5-4DA1-A036-78850FC0A762}" type="presParOf" srcId="{4D035C32-15DC-4018-A7C1-0BB5BCD9A16B}" destId="{15364DC8-7063-4366-A467-1AF8139386DA}" srcOrd="0" destOrd="0" presId="urn:microsoft.com/office/officeart/2005/8/layout/vList2"/>
    <dgm:cxn modelId="{286460D2-5347-4209-A062-21A1525600B4}" type="presParOf" srcId="{4D035C32-15DC-4018-A7C1-0BB5BCD9A16B}" destId="{CC5FD961-3130-41BD-966E-722BB0C5C665}" srcOrd="1" destOrd="0" presId="urn:microsoft.com/office/officeart/2005/8/layout/vList2"/>
    <dgm:cxn modelId="{B27CBC21-CB2B-41B5-88DB-A7CBED36DB3F}" type="presParOf" srcId="{4D035C32-15DC-4018-A7C1-0BB5BCD9A16B}" destId="{53C298CF-A86E-466B-B864-6A00A657146A}" srcOrd="2" destOrd="0" presId="urn:microsoft.com/office/officeart/2005/8/layout/vList2"/>
    <dgm:cxn modelId="{1435CEEC-C02A-48CF-B2CC-ADF0BC74D309}" type="presParOf" srcId="{4D035C32-15DC-4018-A7C1-0BB5BCD9A16B}" destId="{C2A86386-FCE9-4401-AFD7-F3ACF8A7D46C}" srcOrd="3" destOrd="0" presId="urn:microsoft.com/office/officeart/2005/8/layout/vList2"/>
    <dgm:cxn modelId="{6149B372-789B-485A-A112-CA76E102DF4D}" type="presParOf" srcId="{4D035C32-15DC-4018-A7C1-0BB5BCD9A16B}" destId="{7347F96A-4DF3-41A0-A139-41D83B457923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360A200-1F96-4D8F-A93D-42E1C46B8B5F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4D3ACD3-4A6C-4767-A37E-0B94F2AD79C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IAM &amp; RBAC: Strict Role-Based Access Control. Admins get full access; developers get limited deployment access.</a:t>
          </a:r>
        </a:p>
      </dgm:t>
    </dgm:pt>
    <dgm:pt modelId="{6BA09745-4B88-4E5D-B11B-522E574DFC86}" type="parTrans" cxnId="{A5D72C49-5AD2-42D5-9225-A4BAC8BD5A98}">
      <dgm:prSet/>
      <dgm:spPr/>
      <dgm:t>
        <a:bodyPr/>
        <a:lstStyle/>
        <a:p>
          <a:endParaRPr lang="en-US"/>
        </a:p>
      </dgm:t>
    </dgm:pt>
    <dgm:pt modelId="{B4993EDB-58AC-47DA-959E-B5C1D755F9BD}" type="sibTrans" cxnId="{A5D72C49-5AD2-42D5-9225-A4BAC8BD5A98}">
      <dgm:prSet/>
      <dgm:spPr/>
      <dgm:t>
        <a:bodyPr/>
        <a:lstStyle/>
        <a:p>
          <a:endParaRPr lang="en-US"/>
        </a:p>
      </dgm:t>
    </dgm:pt>
    <dgm:pt modelId="{CB197143-E49A-42D0-82DD-27E99AEAE57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Principle of Least Privilege: Users are granted only the minimum permissions necessary.</a:t>
          </a:r>
        </a:p>
      </dgm:t>
    </dgm:pt>
    <dgm:pt modelId="{D3B9E5BE-CE06-4CD2-AFE9-D2D30A2917EC}" type="parTrans" cxnId="{5A6105B8-3959-46BF-B840-006C3595F91C}">
      <dgm:prSet/>
      <dgm:spPr/>
      <dgm:t>
        <a:bodyPr/>
        <a:lstStyle/>
        <a:p>
          <a:endParaRPr lang="en-US"/>
        </a:p>
      </dgm:t>
    </dgm:pt>
    <dgm:pt modelId="{A31D0F39-DF2B-412E-A847-AC5E0F7AA63F}" type="sibTrans" cxnId="{5A6105B8-3959-46BF-B840-006C3595F91C}">
      <dgm:prSet/>
      <dgm:spPr/>
      <dgm:t>
        <a:bodyPr/>
        <a:lstStyle/>
        <a:p>
          <a:endParaRPr lang="en-US"/>
        </a:p>
      </dgm:t>
    </dgm:pt>
    <dgm:pt modelId="{CAB979B0-54CB-4ED0-AC90-0C17E3CF962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Secret Management: Database passwords and API keys are never hardcoded. They are securely managed via AWS Secrets Manager.</a:t>
          </a:r>
        </a:p>
      </dgm:t>
    </dgm:pt>
    <dgm:pt modelId="{38105953-FCB6-4214-8686-FA40D4C5400E}" type="parTrans" cxnId="{15539852-31F3-4AC1-B600-3FA80BE7989B}">
      <dgm:prSet/>
      <dgm:spPr/>
      <dgm:t>
        <a:bodyPr/>
        <a:lstStyle/>
        <a:p>
          <a:endParaRPr lang="en-US"/>
        </a:p>
      </dgm:t>
    </dgm:pt>
    <dgm:pt modelId="{2B1A0A62-E1F3-49EA-9241-EFD0CA5CA4AD}" type="sibTrans" cxnId="{15539852-31F3-4AC1-B600-3FA80BE7989B}">
      <dgm:prSet/>
      <dgm:spPr/>
      <dgm:t>
        <a:bodyPr/>
        <a:lstStyle/>
        <a:p>
          <a:endParaRPr lang="en-US"/>
        </a:p>
      </dgm:t>
    </dgm:pt>
    <dgm:pt modelId="{638440DC-B0ED-4B2C-8CDF-A786D57F6553}" type="pres">
      <dgm:prSet presAssocID="{7360A200-1F96-4D8F-A93D-42E1C46B8B5F}" presName="root" presStyleCnt="0">
        <dgm:presLayoutVars>
          <dgm:dir/>
          <dgm:resizeHandles val="exact"/>
        </dgm:presLayoutVars>
      </dgm:prSet>
      <dgm:spPr/>
    </dgm:pt>
    <dgm:pt modelId="{D2689162-F0B2-46C2-A2FD-A517EC659191}" type="pres">
      <dgm:prSet presAssocID="{84D3ACD3-4A6C-4767-A37E-0B94F2AD79C6}" presName="compNode" presStyleCnt="0"/>
      <dgm:spPr/>
    </dgm:pt>
    <dgm:pt modelId="{833C13A8-0B0B-4293-B145-2A8BC6BE275F}" type="pres">
      <dgm:prSet presAssocID="{84D3ACD3-4A6C-4767-A37E-0B94F2AD79C6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erver"/>
        </a:ext>
      </dgm:extLst>
    </dgm:pt>
    <dgm:pt modelId="{8C864B46-B201-49D3-9563-77F0019F56CB}" type="pres">
      <dgm:prSet presAssocID="{84D3ACD3-4A6C-4767-A37E-0B94F2AD79C6}" presName="spaceRect" presStyleCnt="0"/>
      <dgm:spPr/>
    </dgm:pt>
    <dgm:pt modelId="{A58DD8D1-0140-49F5-8022-9D60CB660F1F}" type="pres">
      <dgm:prSet presAssocID="{84D3ACD3-4A6C-4767-A37E-0B94F2AD79C6}" presName="textRect" presStyleLbl="revTx" presStyleIdx="0" presStyleCnt="3">
        <dgm:presLayoutVars>
          <dgm:chMax val="1"/>
          <dgm:chPref val="1"/>
        </dgm:presLayoutVars>
      </dgm:prSet>
      <dgm:spPr/>
    </dgm:pt>
    <dgm:pt modelId="{49537787-34EE-40C5-AA4B-C19FD38BE6FB}" type="pres">
      <dgm:prSet presAssocID="{B4993EDB-58AC-47DA-959E-B5C1D755F9BD}" presName="sibTrans" presStyleCnt="0"/>
      <dgm:spPr/>
    </dgm:pt>
    <dgm:pt modelId="{7261BF6F-F8DE-4C61-816E-050C96243016}" type="pres">
      <dgm:prSet presAssocID="{CB197143-E49A-42D0-82DD-27E99AEAE57E}" presName="compNode" presStyleCnt="0"/>
      <dgm:spPr/>
    </dgm:pt>
    <dgm:pt modelId="{32C29D47-61A4-459E-948A-FE1E77216E92}" type="pres">
      <dgm:prSet presAssocID="{CB197143-E49A-42D0-82DD-27E99AEAE57E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Unlock"/>
        </a:ext>
      </dgm:extLst>
    </dgm:pt>
    <dgm:pt modelId="{7991E5F5-2C9F-4189-B1F5-A535E10F91D7}" type="pres">
      <dgm:prSet presAssocID="{CB197143-E49A-42D0-82DD-27E99AEAE57E}" presName="spaceRect" presStyleCnt="0"/>
      <dgm:spPr/>
    </dgm:pt>
    <dgm:pt modelId="{4C6814BC-D35D-46BC-9144-A78BCC6C2024}" type="pres">
      <dgm:prSet presAssocID="{CB197143-E49A-42D0-82DD-27E99AEAE57E}" presName="textRect" presStyleLbl="revTx" presStyleIdx="1" presStyleCnt="3">
        <dgm:presLayoutVars>
          <dgm:chMax val="1"/>
          <dgm:chPref val="1"/>
        </dgm:presLayoutVars>
      </dgm:prSet>
      <dgm:spPr/>
    </dgm:pt>
    <dgm:pt modelId="{5414BD63-96B7-4B6C-BFA7-C3AB843FA6E8}" type="pres">
      <dgm:prSet presAssocID="{A31D0F39-DF2B-412E-A847-AC5E0F7AA63F}" presName="sibTrans" presStyleCnt="0"/>
      <dgm:spPr/>
    </dgm:pt>
    <dgm:pt modelId="{580A0E6D-4502-4837-ACEF-48090123EDDB}" type="pres">
      <dgm:prSet presAssocID="{CAB979B0-54CB-4ED0-AC90-0C17E3CF9622}" presName="compNode" presStyleCnt="0"/>
      <dgm:spPr/>
    </dgm:pt>
    <dgm:pt modelId="{FDD94C47-A2E8-4E63-B65B-9D235DF21C2C}" type="pres">
      <dgm:prSet presAssocID="{CAB979B0-54CB-4ED0-AC90-0C17E3CF9622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28E30D07-01B6-4074-86BD-54B64750A5AF}" type="pres">
      <dgm:prSet presAssocID="{CAB979B0-54CB-4ED0-AC90-0C17E3CF9622}" presName="spaceRect" presStyleCnt="0"/>
      <dgm:spPr/>
    </dgm:pt>
    <dgm:pt modelId="{94B57380-BB2D-45DF-BBA3-E99791DA901F}" type="pres">
      <dgm:prSet presAssocID="{CAB979B0-54CB-4ED0-AC90-0C17E3CF9622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DE46C80C-4020-4FFF-B09D-7768CFD077FE}" type="presOf" srcId="{CAB979B0-54CB-4ED0-AC90-0C17E3CF9622}" destId="{94B57380-BB2D-45DF-BBA3-E99791DA901F}" srcOrd="0" destOrd="0" presId="urn:microsoft.com/office/officeart/2018/2/layout/IconLabelList"/>
    <dgm:cxn modelId="{8A7C3660-B444-4C7E-ACA9-5BFD22056760}" type="presOf" srcId="{84D3ACD3-4A6C-4767-A37E-0B94F2AD79C6}" destId="{A58DD8D1-0140-49F5-8022-9D60CB660F1F}" srcOrd="0" destOrd="0" presId="urn:microsoft.com/office/officeart/2018/2/layout/IconLabelList"/>
    <dgm:cxn modelId="{A5D72C49-5AD2-42D5-9225-A4BAC8BD5A98}" srcId="{7360A200-1F96-4D8F-A93D-42E1C46B8B5F}" destId="{84D3ACD3-4A6C-4767-A37E-0B94F2AD79C6}" srcOrd="0" destOrd="0" parTransId="{6BA09745-4B88-4E5D-B11B-522E574DFC86}" sibTransId="{B4993EDB-58AC-47DA-959E-B5C1D755F9BD}"/>
    <dgm:cxn modelId="{15539852-31F3-4AC1-B600-3FA80BE7989B}" srcId="{7360A200-1F96-4D8F-A93D-42E1C46B8B5F}" destId="{CAB979B0-54CB-4ED0-AC90-0C17E3CF9622}" srcOrd="2" destOrd="0" parTransId="{38105953-FCB6-4214-8686-FA40D4C5400E}" sibTransId="{2B1A0A62-E1F3-49EA-9241-EFD0CA5CA4AD}"/>
    <dgm:cxn modelId="{F35CC17A-5CE4-4C61-9DF9-453A6542B4EC}" type="presOf" srcId="{7360A200-1F96-4D8F-A93D-42E1C46B8B5F}" destId="{638440DC-B0ED-4B2C-8CDF-A786D57F6553}" srcOrd="0" destOrd="0" presId="urn:microsoft.com/office/officeart/2018/2/layout/IconLabelList"/>
    <dgm:cxn modelId="{5A6105B8-3959-46BF-B840-006C3595F91C}" srcId="{7360A200-1F96-4D8F-A93D-42E1C46B8B5F}" destId="{CB197143-E49A-42D0-82DD-27E99AEAE57E}" srcOrd="1" destOrd="0" parTransId="{D3B9E5BE-CE06-4CD2-AFE9-D2D30A2917EC}" sibTransId="{A31D0F39-DF2B-412E-A847-AC5E0F7AA63F}"/>
    <dgm:cxn modelId="{29A005D2-6F99-4B68-8CAB-CDC7DAB63723}" type="presOf" srcId="{CB197143-E49A-42D0-82DD-27E99AEAE57E}" destId="{4C6814BC-D35D-46BC-9144-A78BCC6C2024}" srcOrd="0" destOrd="0" presId="urn:microsoft.com/office/officeart/2018/2/layout/IconLabelList"/>
    <dgm:cxn modelId="{526D8F88-1B0E-47E9-A90C-83824FBF8BA0}" type="presParOf" srcId="{638440DC-B0ED-4B2C-8CDF-A786D57F6553}" destId="{D2689162-F0B2-46C2-A2FD-A517EC659191}" srcOrd="0" destOrd="0" presId="urn:microsoft.com/office/officeart/2018/2/layout/IconLabelList"/>
    <dgm:cxn modelId="{90136296-828E-4A05-9B1D-00D8044C9F91}" type="presParOf" srcId="{D2689162-F0B2-46C2-A2FD-A517EC659191}" destId="{833C13A8-0B0B-4293-B145-2A8BC6BE275F}" srcOrd="0" destOrd="0" presId="urn:microsoft.com/office/officeart/2018/2/layout/IconLabelList"/>
    <dgm:cxn modelId="{3F8363F8-1250-451F-85C0-635C2212578A}" type="presParOf" srcId="{D2689162-F0B2-46C2-A2FD-A517EC659191}" destId="{8C864B46-B201-49D3-9563-77F0019F56CB}" srcOrd="1" destOrd="0" presId="urn:microsoft.com/office/officeart/2018/2/layout/IconLabelList"/>
    <dgm:cxn modelId="{C68095E9-357D-4C44-98B1-8AED057EAA4E}" type="presParOf" srcId="{D2689162-F0B2-46C2-A2FD-A517EC659191}" destId="{A58DD8D1-0140-49F5-8022-9D60CB660F1F}" srcOrd="2" destOrd="0" presId="urn:microsoft.com/office/officeart/2018/2/layout/IconLabelList"/>
    <dgm:cxn modelId="{272EC89A-94C6-420B-8FB5-1EA77FCE47DA}" type="presParOf" srcId="{638440DC-B0ED-4B2C-8CDF-A786D57F6553}" destId="{49537787-34EE-40C5-AA4B-C19FD38BE6FB}" srcOrd="1" destOrd="0" presId="urn:microsoft.com/office/officeart/2018/2/layout/IconLabelList"/>
    <dgm:cxn modelId="{D637A063-C2DE-42E2-BBA5-C9434EE7E73B}" type="presParOf" srcId="{638440DC-B0ED-4B2C-8CDF-A786D57F6553}" destId="{7261BF6F-F8DE-4C61-816E-050C96243016}" srcOrd="2" destOrd="0" presId="urn:microsoft.com/office/officeart/2018/2/layout/IconLabelList"/>
    <dgm:cxn modelId="{250FAB46-F659-4D87-A359-DD541E80F264}" type="presParOf" srcId="{7261BF6F-F8DE-4C61-816E-050C96243016}" destId="{32C29D47-61A4-459E-948A-FE1E77216E92}" srcOrd="0" destOrd="0" presId="urn:microsoft.com/office/officeart/2018/2/layout/IconLabelList"/>
    <dgm:cxn modelId="{3F6265C3-255E-4ED1-9557-410742D4FCE2}" type="presParOf" srcId="{7261BF6F-F8DE-4C61-816E-050C96243016}" destId="{7991E5F5-2C9F-4189-B1F5-A535E10F91D7}" srcOrd="1" destOrd="0" presId="urn:microsoft.com/office/officeart/2018/2/layout/IconLabelList"/>
    <dgm:cxn modelId="{0A1D0D42-E223-4C35-8DFF-71445F2317B1}" type="presParOf" srcId="{7261BF6F-F8DE-4C61-816E-050C96243016}" destId="{4C6814BC-D35D-46BC-9144-A78BCC6C2024}" srcOrd="2" destOrd="0" presId="urn:microsoft.com/office/officeart/2018/2/layout/IconLabelList"/>
    <dgm:cxn modelId="{CC5B0917-DB88-49F7-98C5-71974E76FF34}" type="presParOf" srcId="{638440DC-B0ED-4B2C-8CDF-A786D57F6553}" destId="{5414BD63-96B7-4B6C-BFA7-C3AB843FA6E8}" srcOrd="3" destOrd="0" presId="urn:microsoft.com/office/officeart/2018/2/layout/IconLabelList"/>
    <dgm:cxn modelId="{0C6C3133-B9B5-4BBA-897D-4D255341C0BE}" type="presParOf" srcId="{638440DC-B0ED-4B2C-8CDF-A786D57F6553}" destId="{580A0E6D-4502-4837-ACEF-48090123EDDB}" srcOrd="4" destOrd="0" presId="urn:microsoft.com/office/officeart/2018/2/layout/IconLabelList"/>
    <dgm:cxn modelId="{8DB18228-E0CF-4DE5-A889-FD6848CE2118}" type="presParOf" srcId="{580A0E6D-4502-4837-ACEF-48090123EDDB}" destId="{FDD94C47-A2E8-4E63-B65B-9D235DF21C2C}" srcOrd="0" destOrd="0" presId="urn:microsoft.com/office/officeart/2018/2/layout/IconLabelList"/>
    <dgm:cxn modelId="{17B9CFD6-6F6F-4D02-8F7A-DDAB16828C45}" type="presParOf" srcId="{580A0E6D-4502-4837-ACEF-48090123EDDB}" destId="{28E30D07-01B6-4074-86BD-54B64750A5AF}" srcOrd="1" destOrd="0" presId="urn:microsoft.com/office/officeart/2018/2/layout/IconLabelList"/>
    <dgm:cxn modelId="{C1B7EB1F-78E8-46F5-AD5A-065019280774}" type="presParOf" srcId="{580A0E6D-4502-4837-ACEF-48090123EDDB}" destId="{94B57380-BB2D-45DF-BBA3-E99791DA901F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AB982CB3-0724-4E6F-8260-37FFB91BBEC2}" type="doc">
      <dgm:prSet loTypeId="urn:microsoft.com/office/officeart/2005/8/layout/default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03788A73-EB56-410F-813C-3814616D4360}">
      <dgm:prSet/>
      <dgm:spPr/>
      <dgm:t>
        <a:bodyPr/>
        <a:lstStyle/>
        <a:p>
          <a:r>
            <a:rPr lang="en-US"/>
            <a:t>Disaster Recovery Plan:</a:t>
          </a:r>
        </a:p>
      </dgm:t>
    </dgm:pt>
    <dgm:pt modelId="{23A695F8-D56F-4893-B134-1E6723DFACAA}" type="parTrans" cxnId="{0F470D4B-6961-4902-A272-5FE8A7A5303E}">
      <dgm:prSet/>
      <dgm:spPr/>
      <dgm:t>
        <a:bodyPr/>
        <a:lstStyle/>
        <a:p>
          <a:endParaRPr lang="en-US"/>
        </a:p>
      </dgm:t>
    </dgm:pt>
    <dgm:pt modelId="{82201E7D-EFB9-45EC-B522-D45B8AC294BA}" type="sibTrans" cxnId="{0F470D4B-6961-4902-A272-5FE8A7A5303E}">
      <dgm:prSet/>
      <dgm:spPr/>
      <dgm:t>
        <a:bodyPr/>
        <a:lstStyle/>
        <a:p>
          <a:endParaRPr lang="en-US"/>
        </a:p>
      </dgm:t>
    </dgm:pt>
    <dgm:pt modelId="{03C2DCD8-9D9F-4DDB-B96D-FAA3EED1C942}">
      <dgm:prSet/>
      <dgm:spPr/>
      <dgm:t>
        <a:bodyPr/>
        <a:lstStyle/>
        <a:p>
          <a:r>
            <a:rPr lang="en-US"/>
            <a:t>Isolate the failed/compromised EC2 instance.</a:t>
          </a:r>
        </a:p>
      </dgm:t>
    </dgm:pt>
    <dgm:pt modelId="{AD56FA7C-8D89-48D1-B2CE-F0263C2D42CA}" type="parTrans" cxnId="{A7B4C90A-9F5C-44E0-8107-FF478B0CE7E2}">
      <dgm:prSet/>
      <dgm:spPr/>
      <dgm:t>
        <a:bodyPr/>
        <a:lstStyle/>
        <a:p>
          <a:endParaRPr lang="en-US"/>
        </a:p>
      </dgm:t>
    </dgm:pt>
    <dgm:pt modelId="{B475F112-B3E7-4527-95CD-37B7B74C9084}" type="sibTrans" cxnId="{A7B4C90A-9F5C-44E0-8107-FF478B0CE7E2}">
      <dgm:prSet/>
      <dgm:spPr/>
      <dgm:t>
        <a:bodyPr/>
        <a:lstStyle/>
        <a:p>
          <a:endParaRPr lang="en-US"/>
        </a:p>
      </dgm:t>
    </dgm:pt>
    <dgm:pt modelId="{0A65EAFB-945B-47EC-BD95-E6795A688270}">
      <dgm:prSet/>
      <dgm:spPr/>
      <dgm:t>
        <a:bodyPr/>
        <a:lstStyle/>
        <a:p>
          <a:r>
            <a:rPr lang="en-US"/>
            <a:t>Provision a new EC2 instance from the latest AMI.</a:t>
          </a:r>
        </a:p>
      </dgm:t>
    </dgm:pt>
    <dgm:pt modelId="{FC504C82-37D8-4074-849B-BE4EE49209B3}" type="parTrans" cxnId="{22608B61-125A-4A5B-BBF5-ADCF118DD2FF}">
      <dgm:prSet/>
      <dgm:spPr/>
      <dgm:t>
        <a:bodyPr/>
        <a:lstStyle/>
        <a:p>
          <a:endParaRPr lang="en-US"/>
        </a:p>
      </dgm:t>
    </dgm:pt>
    <dgm:pt modelId="{02F81E97-747C-4F48-9EC0-C615779A698C}" type="sibTrans" cxnId="{22608B61-125A-4A5B-BBF5-ADCF118DD2FF}">
      <dgm:prSet/>
      <dgm:spPr/>
      <dgm:t>
        <a:bodyPr/>
        <a:lstStyle/>
        <a:p>
          <a:endParaRPr lang="en-US"/>
        </a:p>
      </dgm:t>
    </dgm:pt>
    <dgm:pt modelId="{A6B629D5-FB45-468B-A8BF-9F5C5DE722E2}">
      <dgm:prSet/>
      <dgm:spPr/>
      <dgm:t>
        <a:bodyPr/>
        <a:lstStyle/>
        <a:p>
          <a:r>
            <a:rPr lang="en-US"/>
            <a:t>Restore RDS database from the last automated daily snapshot.</a:t>
          </a:r>
        </a:p>
      </dgm:t>
    </dgm:pt>
    <dgm:pt modelId="{BC0CCAF6-1131-4A19-8205-393082E318DD}" type="parTrans" cxnId="{313C6E16-661D-4647-803E-2272CA630231}">
      <dgm:prSet/>
      <dgm:spPr/>
      <dgm:t>
        <a:bodyPr/>
        <a:lstStyle/>
        <a:p>
          <a:endParaRPr lang="en-US"/>
        </a:p>
      </dgm:t>
    </dgm:pt>
    <dgm:pt modelId="{E5C72269-1567-4E99-A6C9-083E712EBC38}" type="sibTrans" cxnId="{313C6E16-661D-4647-803E-2272CA630231}">
      <dgm:prSet/>
      <dgm:spPr/>
      <dgm:t>
        <a:bodyPr/>
        <a:lstStyle/>
        <a:p>
          <a:endParaRPr lang="en-US"/>
        </a:p>
      </dgm:t>
    </dgm:pt>
    <dgm:pt modelId="{252D7355-3B7F-4061-A68C-7AB8B3869ABB}">
      <dgm:prSet/>
      <dgm:spPr/>
      <dgm:t>
        <a:bodyPr/>
        <a:lstStyle/>
        <a:p>
          <a:r>
            <a:rPr lang="en-US"/>
            <a:t>Redirect traffic via Route 53 DNS.</a:t>
          </a:r>
        </a:p>
      </dgm:t>
    </dgm:pt>
    <dgm:pt modelId="{6026ADE4-8CB1-4137-84D8-4B417B05CDBB}" type="parTrans" cxnId="{4531D0A2-7F10-4977-92C9-A2D67088507E}">
      <dgm:prSet/>
      <dgm:spPr/>
      <dgm:t>
        <a:bodyPr/>
        <a:lstStyle/>
        <a:p>
          <a:endParaRPr lang="en-US"/>
        </a:p>
      </dgm:t>
    </dgm:pt>
    <dgm:pt modelId="{C470ED13-E6F8-4588-A31E-DC02705078BD}" type="sibTrans" cxnId="{4531D0A2-7F10-4977-92C9-A2D67088507E}">
      <dgm:prSet/>
      <dgm:spPr/>
      <dgm:t>
        <a:bodyPr/>
        <a:lstStyle/>
        <a:p>
          <a:endParaRPr lang="en-US"/>
        </a:p>
      </dgm:t>
    </dgm:pt>
    <dgm:pt modelId="{DA739C0E-D5FD-43AD-9C82-CE30A5D1143D}">
      <dgm:prSet/>
      <dgm:spPr/>
      <dgm:t>
        <a:bodyPr/>
        <a:lstStyle/>
        <a:p>
          <a:r>
            <a:rPr lang="en-US"/>
            <a:t>Verify system integrity and document the incident.</a:t>
          </a:r>
        </a:p>
      </dgm:t>
    </dgm:pt>
    <dgm:pt modelId="{0B2D49A9-1DEF-4C0A-887E-1D34BA4C6A54}" type="parTrans" cxnId="{0CE8E6FB-39DF-4968-B117-CFAB8D146FA2}">
      <dgm:prSet/>
      <dgm:spPr/>
      <dgm:t>
        <a:bodyPr/>
        <a:lstStyle/>
        <a:p>
          <a:endParaRPr lang="en-US"/>
        </a:p>
      </dgm:t>
    </dgm:pt>
    <dgm:pt modelId="{DD4F6407-C199-4E91-AD5D-D0D5C588EFFB}" type="sibTrans" cxnId="{0CE8E6FB-39DF-4968-B117-CFAB8D146FA2}">
      <dgm:prSet/>
      <dgm:spPr/>
      <dgm:t>
        <a:bodyPr/>
        <a:lstStyle/>
        <a:p>
          <a:endParaRPr lang="en-US"/>
        </a:p>
      </dgm:t>
    </dgm:pt>
    <dgm:pt modelId="{7529B57D-7307-4BDA-9FFC-0D4BF2633CB4}">
      <dgm:prSet/>
      <dgm:spPr/>
      <dgm:t>
        <a:bodyPr/>
        <a:lstStyle/>
        <a:p>
          <a:r>
            <a:rPr lang="en-US"/>
            <a:t>Targets: Recovery Time Objective (RTO) &lt; 2 Hours | Recovery Point Objective (RPO) &lt; 24 Hours.</a:t>
          </a:r>
        </a:p>
      </dgm:t>
    </dgm:pt>
    <dgm:pt modelId="{F7D9B661-EF8E-4027-8AB4-D748DE995E88}" type="parTrans" cxnId="{9E482BB5-5852-4C9B-9979-97B8FEA7BABF}">
      <dgm:prSet/>
      <dgm:spPr/>
      <dgm:t>
        <a:bodyPr/>
        <a:lstStyle/>
        <a:p>
          <a:endParaRPr lang="en-US"/>
        </a:p>
      </dgm:t>
    </dgm:pt>
    <dgm:pt modelId="{25E57CDA-EB36-424B-9CA5-3C0566E95CEB}" type="sibTrans" cxnId="{9E482BB5-5852-4C9B-9979-97B8FEA7BABF}">
      <dgm:prSet/>
      <dgm:spPr/>
      <dgm:t>
        <a:bodyPr/>
        <a:lstStyle/>
        <a:p>
          <a:endParaRPr lang="en-US"/>
        </a:p>
      </dgm:t>
    </dgm:pt>
    <dgm:pt modelId="{EBA297AE-4DCD-4C8A-8403-AC606AE5D399}" type="pres">
      <dgm:prSet presAssocID="{AB982CB3-0724-4E6F-8260-37FFB91BBEC2}" presName="diagram" presStyleCnt="0">
        <dgm:presLayoutVars>
          <dgm:dir/>
          <dgm:resizeHandles val="exact"/>
        </dgm:presLayoutVars>
      </dgm:prSet>
      <dgm:spPr/>
    </dgm:pt>
    <dgm:pt modelId="{128BBA2B-EF03-4955-A667-291394506D35}" type="pres">
      <dgm:prSet presAssocID="{03788A73-EB56-410F-813C-3814616D4360}" presName="node" presStyleLbl="node1" presStyleIdx="0" presStyleCnt="7">
        <dgm:presLayoutVars>
          <dgm:bulletEnabled val="1"/>
        </dgm:presLayoutVars>
      </dgm:prSet>
      <dgm:spPr/>
    </dgm:pt>
    <dgm:pt modelId="{D562B295-C729-4934-8318-2B083CAA8DB8}" type="pres">
      <dgm:prSet presAssocID="{82201E7D-EFB9-45EC-B522-D45B8AC294BA}" presName="sibTrans" presStyleCnt="0"/>
      <dgm:spPr/>
    </dgm:pt>
    <dgm:pt modelId="{9AC4B880-4704-4F62-8EFA-E8B067815D2D}" type="pres">
      <dgm:prSet presAssocID="{03C2DCD8-9D9F-4DDB-B96D-FAA3EED1C942}" presName="node" presStyleLbl="node1" presStyleIdx="1" presStyleCnt="7">
        <dgm:presLayoutVars>
          <dgm:bulletEnabled val="1"/>
        </dgm:presLayoutVars>
      </dgm:prSet>
      <dgm:spPr/>
    </dgm:pt>
    <dgm:pt modelId="{BE6A607B-F2ED-4D9A-A72D-D7AE1EA3F778}" type="pres">
      <dgm:prSet presAssocID="{B475F112-B3E7-4527-95CD-37B7B74C9084}" presName="sibTrans" presStyleCnt="0"/>
      <dgm:spPr/>
    </dgm:pt>
    <dgm:pt modelId="{19A0498B-19E1-4D3A-B2DF-815FC7BFB9BF}" type="pres">
      <dgm:prSet presAssocID="{0A65EAFB-945B-47EC-BD95-E6795A688270}" presName="node" presStyleLbl="node1" presStyleIdx="2" presStyleCnt="7">
        <dgm:presLayoutVars>
          <dgm:bulletEnabled val="1"/>
        </dgm:presLayoutVars>
      </dgm:prSet>
      <dgm:spPr/>
    </dgm:pt>
    <dgm:pt modelId="{6F15FE65-3995-4F98-9CE9-0CDD1BC76C14}" type="pres">
      <dgm:prSet presAssocID="{02F81E97-747C-4F48-9EC0-C615779A698C}" presName="sibTrans" presStyleCnt="0"/>
      <dgm:spPr/>
    </dgm:pt>
    <dgm:pt modelId="{6093EE9C-E002-4E01-AE36-BFAB5E8ADE01}" type="pres">
      <dgm:prSet presAssocID="{A6B629D5-FB45-468B-A8BF-9F5C5DE722E2}" presName="node" presStyleLbl="node1" presStyleIdx="3" presStyleCnt="7">
        <dgm:presLayoutVars>
          <dgm:bulletEnabled val="1"/>
        </dgm:presLayoutVars>
      </dgm:prSet>
      <dgm:spPr/>
    </dgm:pt>
    <dgm:pt modelId="{E3BDC43B-563E-4AEF-941E-2C9B24DE891C}" type="pres">
      <dgm:prSet presAssocID="{E5C72269-1567-4E99-A6C9-083E712EBC38}" presName="sibTrans" presStyleCnt="0"/>
      <dgm:spPr/>
    </dgm:pt>
    <dgm:pt modelId="{557AABC9-374B-4403-9043-7BCE97466FFA}" type="pres">
      <dgm:prSet presAssocID="{252D7355-3B7F-4061-A68C-7AB8B3869ABB}" presName="node" presStyleLbl="node1" presStyleIdx="4" presStyleCnt="7">
        <dgm:presLayoutVars>
          <dgm:bulletEnabled val="1"/>
        </dgm:presLayoutVars>
      </dgm:prSet>
      <dgm:spPr/>
    </dgm:pt>
    <dgm:pt modelId="{0B1461D1-647D-4C38-95BD-AFACDCD9A522}" type="pres">
      <dgm:prSet presAssocID="{C470ED13-E6F8-4588-A31E-DC02705078BD}" presName="sibTrans" presStyleCnt="0"/>
      <dgm:spPr/>
    </dgm:pt>
    <dgm:pt modelId="{6ABE899C-D60E-4161-BCF9-C49DDF96F87C}" type="pres">
      <dgm:prSet presAssocID="{DA739C0E-D5FD-43AD-9C82-CE30A5D1143D}" presName="node" presStyleLbl="node1" presStyleIdx="5" presStyleCnt="7">
        <dgm:presLayoutVars>
          <dgm:bulletEnabled val="1"/>
        </dgm:presLayoutVars>
      </dgm:prSet>
      <dgm:spPr/>
    </dgm:pt>
    <dgm:pt modelId="{20FA6871-B905-48F5-ABB0-892D91CEE8B7}" type="pres">
      <dgm:prSet presAssocID="{DD4F6407-C199-4E91-AD5D-D0D5C588EFFB}" presName="sibTrans" presStyleCnt="0"/>
      <dgm:spPr/>
    </dgm:pt>
    <dgm:pt modelId="{9227E3E4-CD26-4F24-835B-A8D8B471C2E9}" type="pres">
      <dgm:prSet presAssocID="{7529B57D-7307-4BDA-9FFC-0D4BF2633CB4}" presName="node" presStyleLbl="node1" presStyleIdx="6" presStyleCnt="7">
        <dgm:presLayoutVars>
          <dgm:bulletEnabled val="1"/>
        </dgm:presLayoutVars>
      </dgm:prSet>
      <dgm:spPr/>
    </dgm:pt>
  </dgm:ptLst>
  <dgm:cxnLst>
    <dgm:cxn modelId="{A7B4C90A-9F5C-44E0-8107-FF478B0CE7E2}" srcId="{AB982CB3-0724-4E6F-8260-37FFB91BBEC2}" destId="{03C2DCD8-9D9F-4DDB-B96D-FAA3EED1C942}" srcOrd="1" destOrd="0" parTransId="{AD56FA7C-8D89-48D1-B2CE-F0263C2D42CA}" sibTransId="{B475F112-B3E7-4527-95CD-37B7B74C9084}"/>
    <dgm:cxn modelId="{313C6E16-661D-4647-803E-2272CA630231}" srcId="{AB982CB3-0724-4E6F-8260-37FFB91BBEC2}" destId="{A6B629D5-FB45-468B-A8BF-9F5C5DE722E2}" srcOrd="3" destOrd="0" parTransId="{BC0CCAF6-1131-4A19-8205-393082E318DD}" sibTransId="{E5C72269-1567-4E99-A6C9-083E712EBC38}"/>
    <dgm:cxn modelId="{E1828730-19DF-445D-B3D7-BCCEE778F77C}" type="presOf" srcId="{03C2DCD8-9D9F-4DDB-B96D-FAA3EED1C942}" destId="{9AC4B880-4704-4F62-8EFA-E8B067815D2D}" srcOrd="0" destOrd="0" presId="urn:microsoft.com/office/officeart/2005/8/layout/default"/>
    <dgm:cxn modelId="{22608B61-125A-4A5B-BBF5-ADCF118DD2FF}" srcId="{AB982CB3-0724-4E6F-8260-37FFB91BBEC2}" destId="{0A65EAFB-945B-47EC-BD95-E6795A688270}" srcOrd="2" destOrd="0" parTransId="{FC504C82-37D8-4074-849B-BE4EE49209B3}" sibTransId="{02F81E97-747C-4F48-9EC0-C615779A698C}"/>
    <dgm:cxn modelId="{0F470D4B-6961-4902-A272-5FE8A7A5303E}" srcId="{AB982CB3-0724-4E6F-8260-37FFB91BBEC2}" destId="{03788A73-EB56-410F-813C-3814616D4360}" srcOrd="0" destOrd="0" parTransId="{23A695F8-D56F-4893-B134-1E6723DFACAA}" sibTransId="{82201E7D-EFB9-45EC-B522-D45B8AC294BA}"/>
    <dgm:cxn modelId="{9BAE5C75-292C-46F6-97AA-99524173144A}" type="presOf" srcId="{0A65EAFB-945B-47EC-BD95-E6795A688270}" destId="{19A0498B-19E1-4D3A-B2DF-815FC7BFB9BF}" srcOrd="0" destOrd="0" presId="urn:microsoft.com/office/officeart/2005/8/layout/default"/>
    <dgm:cxn modelId="{E5DD888E-E981-4EF4-BC62-E0601AB63F0D}" type="presOf" srcId="{AB982CB3-0724-4E6F-8260-37FFB91BBEC2}" destId="{EBA297AE-4DCD-4C8A-8403-AC606AE5D399}" srcOrd="0" destOrd="0" presId="urn:microsoft.com/office/officeart/2005/8/layout/default"/>
    <dgm:cxn modelId="{D4DE0894-5833-46F8-B2E6-C56795AE3E29}" type="presOf" srcId="{A6B629D5-FB45-468B-A8BF-9F5C5DE722E2}" destId="{6093EE9C-E002-4E01-AE36-BFAB5E8ADE01}" srcOrd="0" destOrd="0" presId="urn:microsoft.com/office/officeart/2005/8/layout/default"/>
    <dgm:cxn modelId="{23FA8CA1-1D8A-4304-B18F-5BB212AD98FA}" type="presOf" srcId="{252D7355-3B7F-4061-A68C-7AB8B3869ABB}" destId="{557AABC9-374B-4403-9043-7BCE97466FFA}" srcOrd="0" destOrd="0" presId="urn:microsoft.com/office/officeart/2005/8/layout/default"/>
    <dgm:cxn modelId="{4531D0A2-7F10-4977-92C9-A2D67088507E}" srcId="{AB982CB3-0724-4E6F-8260-37FFB91BBEC2}" destId="{252D7355-3B7F-4061-A68C-7AB8B3869ABB}" srcOrd="4" destOrd="0" parTransId="{6026ADE4-8CB1-4137-84D8-4B417B05CDBB}" sibTransId="{C470ED13-E6F8-4588-A31E-DC02705078BD}"/>
    <dgm:cxn modelId="{57626DAA-E71F-4A21-8771-A4710DC31840}" type="presOf" srcId="{7529B57D-7307-4BDA-9FFC-0D4BF2633CB4}" destId="{9227E3E4-CD26-4F24-835B-A8D8B471C2E9}" srcOrd="0" destOrd="0" presId="urn:microsoft.com/office/officeart/2005/8/layout/default"/>
    <dgm:cxn modelId="{9E482BB5-5852-4C9B-9979-97B8FEA7BABF}" srcId="{AB982CB3-0724-4E6F-8260-37FFB91BBEC2}" destId="{7529B57D-7307-4BDA-9FFC-0D4BF2633CB4}" srcOrd="6" destOrd="0" parTransId="{F7D9B661-EF8E-4027-8AB4-D748DE995E88}" sibTransId="{25E57CDA-EB36-424B-9CA5-3C0566E95CEB}"/>
    <dgm:cxn modelId="{C6D2C3F0-53B9-42C8-B839-5CD7C0295A85}" type="presOf" srcId="{03788A73-EB56-410F-813C-3814616D4360}" destId="{128BBA2B-EF03-4955-A667-291394506D35}" srcOrd="0" destOrd="0" presId="urn:microsoft.com/office/officeart/2005/8/layout/default"/>
    <dgm:cxn modelId="{250525FB-AF04-41E5-A0B0-82DA8D516E9C}" type="presOf" srcId="{DA739C0E-D5FD-43AD-9C82-CE30A5D1143D}" destId="{6ABE899C-D60E-4161-BCF9-C49DDF96F87C}" srcOrd="0" destOrd="0" presId="urn:microsoft.com/office/officeart/2005/8/layout/default"/>
    <dgm:cxn modelId="{0CE8E6FB-39DF-4968-B117-CFAB8D146FA2}" srcId="{AB982CB3-0724-4E6F-8260-37FFB91BBEC2}" destId="{DA739C0E-D5FD-43AD-9C82-CE30A5D1143D}" srcOrd="5" destOrd="0" parTransId="{0B2D49A9-1DEF-4C0A-887E-1D34BA4C6A54}" sibTransId="{DD4F6407-C199-4E91-AD5D-D0D5C588EFFB}"/>
    <dgm:cxn modelId="{0BF4D8AF-D6D3-4A2D-A385-5DD96A7111B0}" type="presParOf" srcId="{EBA297AE-4DCD-4C8A-8403-AC606AE5D399}" destId="{128BBA2B-EF03-4955-A667-291394506D35}" srcOrd="0" destOrd="0" presId="urn:microsoft.com/office/officeart/2005/8/layout/default"/>
    <dgm:cxn modelId="{BEFD8145-46F9-4CEA-B2F8-3B7723042EBF}" type="presParOf" srcId="{EBA297AE-4DCD-4C8A-8403-AC606AE5D399}" destId="{D562B295-C729-4934-8318-2B083CAA8DB8}" srcOrd="1" destOrd="0" presId="urn:microsoft.com/office/officeart/2005/8/layout/default"/>
    <dgm:cxn modelId="{4C501AA5-7050-494B-86B1-3FEDA54D5DED}" type="presParOf" srcId="{EBA297AE-4DCD-4C8A-8403-AC606AE5D399}" destId="{9AC4B880-4704-4F62-8EFA-E8B067815D2D}" srcOrd="2" destOrd="0" presId="urn:microsoft.com/office/officeart/2005/8/layout/default"/>
    <dgm:cxn modelId="{9F1E528C-F09D-4C51-B128-6961B289C31D}" type="presParOf" srcId="{EBA297AE-4DCD-4C8A-8403-AC606AE5D399}" destId="{BE6A607B-F2ED-4D9A-A72D-D7AE1EA3F778}" srcOrd="3" destOrd="0" presId="urn:microsoft.com/office/officeart/2005/8/layout/default"/>
    <dgm:cxn modelId="{1A7275AC-FB6A-439C-ABCB-F4F24EC7F906}" type="presParOf" srcId="{EBA297AE-4DCD-4C8A-8403-AC606AE5D399}" destId="{19A0498B-19E1-4D3A-B2DF-815FC7BFB9BF}" srcOrd="4" destOrd="0" presId="urn:microsoft.com/office/officeart/2005/8/layout/default"/>
    <dgm:cxn modelId="{67FEBBAE-5808-4E94-8A2B-DCC95C77F746}" type="presParOf" srcId="{EBA297AE-4DCD-4C8A-8403-AC606AE5D399}" destId="{6F15FE65-3995-4F98-9CE9-0CDD1BC76C14}" srcOrd="5" destOrd="0" presId="urn:microsoft.com/office/officeart/2005/8/layout/default"/>
    <dgm:cxn modelId="{C10F5B66-986D-402F-9C3A-0EA5505DA00F}" type="presParOf" srcId="{EBA297AE-4DCD-4C8A-8403-AC606AE5D399}" destId="{6093EE9C-E002-4E01-AE36-BFAB5E8ADE01}" srcOrd="6" destOrd="0" presId="urn:microsoft.com/office/officeart/2005/8/layout/default"/>
    <dgm:cxn modelId="{4AD6692F-29D9-44E3-9BF1-2943C921815C}" type="presParOf" srcId="{EBA297AE-4DCD-4C8A-8403-AC606AE5D399}" destId="{E3BDC43B-563E-4AEF-941E-2C9B24DE891C}" srcOrd="7" destOrd="0" presId="urn:microsoft.com/office/officeart/2005/8/layout/default"/>
    <dgm:cxn modelId="{3EF48547-2FB3-4E9E-BDC7-298B22339567}" type="presParOf" srcId="{EBA297AE-4DCD-4C8A-8403-AC606AE5D399}" destId="{557AABC9-374B-4403-9043-7BCE97466FFA}" srcOrd="8" destOrd="0" presId="urn:microsoft.com/office/officeart/2005/8/layout/default"/>
    <dgm:cxn modelId="{7FD0BB3D-D7E7-43CD-ABBD-E7A106D0FEB6}" type="presParOf" srcId="{EBA297AE-4DCD-4C8A-8403-AC606AE5D399}" destId="{0B1461D1-647D-4C38-95BD-AFACDCD9A522}" srcOrd="9" destOrd="0" presId="urn:microsoft.com/office/officeart/2005/8/layout/default"/>
    <dgm:cxn modelId="{775ECEA3-BD56-4416-B2C1-2E2C64D29FD5}" type="presParOf" srcId="{EBA297AE-4DCD-4C8A-8403-AC606AE5D399}" destId="{6ABE899C-D60E-4161-BCF9-C49DDF96F87C}" srcOrd="10" destOrd="0" presId="urn:microsoft.com/office/officeart/2005/8/layout/default"/>
    <dgm:cxn modelId="{F3DAEFC4-247F-4234-86D7-53A020C0715C}" type="presParOf" srcId="{EBA297AE-4DCD-4C8A-8403-AC606AE5D399}" destId="{20FA6871-B905-48F5-ABB0-892D91CEE8B7}" srcOrd="11" destOrd="0" presId="urn:microsoft.com/office/officeart/2005/8/layout/default"/>
    <dgm:cxn modelId="{AF1DDC70-10B5-40BF-AB0B-BE8581075ABF}" type="presParOf" srcId="{EBA297AE-4DCD-4C8A-8403-AC606AE5D399}" destId="{9227E3E4-CD26-4F24-835B-A8D8B471C2E9}" srcOrd="12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3EBC0D5B-027E-4225-92F6-6C87E69133FF}" type="doc">
      <dgm:prSet loTypeId="urn:microsoft.com/office/officeart/2005/8/layout/vProcess5" loCatId="process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7A5F6670-FE4A-4540-9253-7149E07475AF}">
      <dgm:prSet/>
      <dgm:spPr/>
      <dgm:t>
        <a:bodyPr/>
        <a:lstStyle/>
        <a:p>
          <a:r>
            <a:rPr lang="en-US"/>
            <a:t>Monitoring: Amazon CloudWatch tracks CPU (&gt;80%), DB connections, and disk space.</a:t>
          </a:r>
        </a:p>
      </dgm:t>
    </dgm:pt>
    <dgm:pt modelId="{727ADD9D-2324-45B0-9930-D24C26AD16C7}" type="parTrans" cxnId="{E6AD0150-0895-4947-855B-8D8B5F2703BB}">
      <dgm:prSet/>
      <dgm:spPr/>
      <dgm:t>
        <a:bodyPr/>
        <a:lstStyle/>
        <a:p>
          <a:endParaRPr lang="en-US"/>
        </a:p>
      </dgm:t>
    </dgm:pt>
    <dgm:pt modelId="{7C6E1A9E-7B65-4158-A13C-55CBF3748C1A}" type="sibTrans" cxnId="{E6AD0150-0895-4947-855B-8D8B5F2703BB}">
      <dgm:prSet/>
      <dgm:spPr/>
      <dgm:t>
        <a:bodyPr/>
        <a:lstStyle/>
        <a:p>
          <a:endParaRPr lang="en-US"/>
        </a:p>
      </dgm:t>
    </dgm:pt>
    <dgm:pt modelId="{1DE0D5F7-F476-478D-85A1-34AB83A4109A}">
      <dgm:prSet/>
      <dgm:spPr/>
      <dgm:t>
        <a:bodyPr/>
        <a:lstStyle/>
        <a:p>
          <a:r>
            <a:rPr lang="en-US"/>
            <a:t>Alerts: Amazon SNS sends instant Email/SMS alerts to IT Admins on threshold breaches.</a:t>
          </a:r>
        </a:p>
      </dgm:t>
    </dgm:pt>
    <dgm:pt modelId="{2C2CDDBC-003D-45A1-AB46-F6CFA7D6BCD0}" type="parTrans" cxnId="{515B9408-A38D-4638-8DE9-1B2833EA00A6}">
      <dgm:prSet/>
      <dgm:spPr/>
      <dgm:t>
        <a:bodyPr/>
        <a:lstStyle/>
        <a:p>
          <a:endParaRPr lang="en-US"/>
        </a:p>
      </dgm:t>
    </dgm:pt>
    <dgm:pt modelId="{3257C6C0-9D98-4A82-8E76-A77B137CE473}" type="sibTrans" cxnId="{515B9408-A38D-4638-8DE9-1B2833EA00A6}">
      <dgm:prSet/>
      <dgm:spPr/>
      <dgm:t>
        <a:bodyPr/>
        <a:lstStyle/>
        <a:p>
          <a:endParaRPr lang="en-US"/>
        </a:p>
      </dgm:t>
    </dgm:pt>
    <dgm:pt modelId="{1A0B1D37-E955-439C-9C42-E19FAB9747EC}">
      <dgm:prSet/>
      <dgm:spPr/>
      <dgm:t>
        <a:bodyPr/>
        <a:lstStyle/>
        <a:p>
          <a:r>
            <a:rPr lang="en-US"/>
            <a:t>Automated Response: Auto-Scaling Group replaces unhealthy instances automatically.</a:t>
          </a:r>
        </a:p>
      </dgm:t>
    </dgm:pt>
    <dgm:pt modelId="{296B32D5-3341-4974-9741-38C2232424A7}" type="parTrans" cxnId="{0BD667A7-6BC9-4EF7-8E51-20E886DC9EEB}">
      <dgm:prSet/>
      <dgm:spPr/>
      <dgm:t>
        <a:bodyPr/>
        <a:lstStyle/>
        <a:p>
          <a:endParaRPr lang="en-US"/>
        </a:p>
      </dgm:t>
    </dgm:pt>
    <dgm:pt modelId="{1CC5AB21-233A-416D-9B66-E69BEFAAF547}" type="sibTrans" cxnId="{0BD667A7-6BC9-4EF7-8E51-20E886DC9EEB}">
      <dgm:prSet/>
      <dgm:spPr/>
      <dgm:t>
        <a:bodyPr/>
        <a:lstStyle/>
        <a:p>
          <a:endParaRPr lang="en-US"/>
        </a:p>
      </dgm:t>
    </dgm:pt>
    <dgm:pt modelId="{CCDD1717-A74F-448D-AF65-CED50D4E3122}">
      <dgm:prSet/>
      <dgm:spPr/>
      <dgm:t>
        <a:bodyPr/>
        <a:lstStyle/>
        <a:p>
          <a:r>
            <a:rPr lang="en-US"/>
            <a:t>Estimated Monthly Cost: ~$33.65 USD (EC2, RDS, S3, Data Transfer).</a:t>
          </a:r>
        </a:p>
      </dgm:t>
    </dgm:pt>
    <dgm:pt modelId="{F4604351-6950-4418-B193-973700A93284}" type="parTrans" cxnId="{E29B5B85-6155-4A85-ACE1-E85856DB307C}">
      <dgm:prSet/>
      <dgm:spPr/>
      <dgm:t>
        <a:bodyPr/>
        <a:lstStyle/>
        <a:p>
          <a:endParaRPr lang="en-US"/>
        </a:p>
      </dgm:t>
    </dgm:pt>
    <dgm:pt modelId="{D5C25DE4-F957-4D0A-B889-9A42CD37D569}" type="sibTrans" cxnId="{E29B5B85-6155-4A85-ACE1-E85856DB307C}">
      <dgm:prSet/>
      <dgm:spPr/>
      <dgm:t>
        <a:bodyPr/>
        <a:lstStyle/>
        <a:p>
          <a:endParaRPr lang="en-US"/>
        </a:p>
      </dgm:t>
    </dgm:pt>
    <dgm:pt modelId="{674D1402-B8AB-49B4-A4AA-6F65D469CC69}" type="pres">
      <dgm:prSet presAssocID="{3EBC0D5B-027E-4225-92F6-6C87E69133FF}" presName="outerComposite" presStyleCnt="0">
        <dgm:presLayoutVars>
          <dgm:chMax val="5"/>
          <dgm:dir/>
          <dgm:resizeHandles val="exact"/>
        </dgm:presLayoutVars>
      </dgm:prSet>
      <dgm:spPr/>
    </dgm:pt>
    <dgm:pt modelId="{5F7A1184-5E81-4B19-A148-19D766A60B22}" type="pres">
      <dgm:prSet presAssocID="{3EBC0D5B-027E-4225-92F6-6C87E69133FF}" presName="dummyMaxCanvas" presStyleCnt="0">
        <dgm:presLayoutVars/>
      </dgm:prSet>
      <dgm:spPr/>
    </dgm:pt>
    <dgm:pt modelId="{3C8D7ED7-F20E-423B-8EB0-0E6DCE260FFB}" type="pres">
      <dgm:prSet presAssocID="{3EBC0D5B-027E-4225-92F6-6C87E69133FF}" presName="FourNodes_1" presStyleLbl="node1" presStyleIdx="0" presStyleCnt="4">
        <dgm:presLayoutVars>
          <dgm:bulletEnabled val="1"/>
        </dgm:presLayoutVars>
      </dgm:prSet>
      <dgm:spPr/>
    </dgm:pt>
    <dgm:pt modelId="{BF0104BD-0DBD-4612-8FE0-9D3BAD149233}" type="pres">
      <dgm:prSet presAssocID="{3EBC0D5B-027E-4225-92F6-6C87E69133FF}" presName="FourNodes_2" presStyleLbl="node1" presStyleIdx="1" presStyleCnt="4">
        <dgm:presLayoutVars>
          <dgm:bulletEnabled val="1"/>
        </dgm:presLayoutVars>
      </dgm:prSet>
      <dgm:spPr/>
    </dgm:pt>
    <dgm:pt modelId="{FFEC5B8C-B554-4C47-B64C-234716422946}" type="pres">
      <dgm:prSet presAssocID="{3EBC0D5B-027E-4225-92F6-6C87E69133FF}" presName="FourNodes_3" presStyleLbl="node1" presStyleIdx="2" presStyleCnt="4">
        <dgm:presLayoutVars>
          <dgm:bulletEnabled val="1"/>
        </dgm:presLayoutVars>
      </dgm:prSet>
      <dgm:spPr/>
    </dgm:pt>
    <dgm:pt modelId="{71965873-1734-4014-B5FC-308D3A4E5C96}" type="pres">
      <dgm:prSet presAssocID="{3EBC0D5B-027E-4225-92F6-6C87E69133FF}" presName="FourNodes_4" presStyleLbl="node1" presStyleIdx="3" presStyleCnt="4">
        <dgm:presLayoutVars>
          <dgm:bulletEnabled val="1"/>
        </dgm:presLayoutVars>
      </dgm:prSet>
      <dgm:spPr/>
    </dgm:pt>
    <dgm:pt modelId="{B91CEC5A-A65A-4B3E-A251-6F37CDFAD65C}" type="pres">
      <dgm:prSet presAssocID="{3EBC0D5B-027E-4225-92F6-6C87E69133FF}" presName="FourConn_1-2" presStyleLbl="fgAccFollowNode1" presStyleIdx="0" presStyleCnt="3">
        <dgm:presLayoutVars>
          <dgm:bulletEnabled val="1"/>
        </dgm:presLayoutVars>
      </dgm:prSet>
      <dgm:spPr/>
    </dgm:pt>
    <dgm:pt modelId="{1B8A0A5E-1C4C-4065-99D4-2CC0FBCF27B6}" type="pres">
      <dgm:prSet presAssocID="{3EBC0D5B-027E-4225-92F6-6C87E69133FF}" presName="FourConn_2-3" presStyleLbl="fgAccFollowNode1" presStyleIdx="1" presStyleCnt="3">
        <dgm:presLayoutVars>
          <dgm:bulletEnabled val="1"/>
        </dgm:presLayoutVars>
      </dgm:prSet>
      <dgm:spPr/>
    </dgm:pt>
    <dgm:pt modelId="{DBF9B80A-EBB3-4AFE-ABFB-C1B5D2656F35}" type="pres">
      <dgm:prSet presAssocID="{3EBC0D5B-027E-4225-92F6-6C87E69133FF}" presName="FourConn_3-4" presStyleLbl="fgAccFollowNode1" presStyleIdx="2" presStyleCnt="3">
        <dgm:presLayoutVars>
          <dgm:bulletEnabled val="1"/>
        </dgm:presLayoutVars>
      </dgm:prSet>
      <dgm:spPr/>
    </dgm:pt>
    <dgm:pt modelId="{924E72B9-2161-41BE-AEEF-D3A2C8A0241A}" type="pres">
      <dgm:prSet presAssocID="{3EBC0D5B-027E-4225-92F6-6C87E69133FF}" presName="FourNodes_1_text" presStyleLbl="node1" presStyleIdx="3" presStyleCnt="4">
        <dgm:presLayoutVars>
          <dgm:bulletEnabled val="1"/>
        </dgm:presLayoutVars>
      </dgm:prSet>
      <dgm:spPr/>
    </dgm:pt>
    <dgm:pt modelId="{E01CFC6E-7A6B-41F5-B5A7-299F7A1A4846}" type="pres">
      <dgm:prSet presAssocID="{3EBC0D5B-027E-4225-92F6-6C87E69133FF}" presName="FourNodes_2_text" presStyleLbl="node1" presStyleIdx="3" presStyleCnt="4">
        <dgm:presLayoutVars>
          <dgm:bulletEnabled val="1"/>
        </dgm:presLayoutVars>
      </dgm:prSet>
      <dgm:spPr/>
    </dgm:pt>
    <dgm:pt modelId="{97B28B3F-EA4B-4A0B-8ED4-75FCE94155A7}" type="pres">
      <dgm:prSet presAssocID="{3EBC0D5B-027E-4225-92F6-6C87E69133FF}" presName="FourNodes_3_text" presStyleLbl="node1" presStyleIdx="3" presStyleCnt="4">
        <dgm:presLayoutVars>
          <dgm:bulletEnabled val="1"/>
        </dgm:presLayoutVars>
      </dgm:prSet>
      <dgm:spPr/>
    </dgm:pt>
    <dgm:pt modelId="{4FD7E03C-C589-4F92-9AE7-0BBF979257FA}" type="pres">
      <dgm:prSet presAssocID="{3EBC0D5B-027E-4225-92F6-6C87E69133FF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515B9408-A38D-4638-8DE9-1B2833EA00A6}" srcId="{3EBC0D5B-027E-4225-92F6-6C87E69133FF}" destId="{1DE0D5F7-F476-478D-85A1-34AB83A4109A}" srcOrd="1" destOrd="0" parTransId="{2C2CDDBC-003D-45A1-AB46-F6CFA7D6BCD0}" sibTransId="{3257C6C0-9D98-4A82-8E76-A77B137CE473}"/>
    <dgm:cxn modelId="{FD731E18-9545-4F58-833E-FAE85CC56802}" type="presOf" srcId="{7A5F6670-FE4A-4540-9253-7149E07475AF}" destId="{3C8D7ED7-F20E-423B-8EB0-0E6DCE260FFB}" srcOrd="0" destOrd="0" presId="urn:microsoft.com/office/officeart/2005/8/layout/vProcess5"/>
    <dgm:cxn modelId="{BE707630-9D5C-461C-AEEA-F5E9890F8766}" type="presOf" srcId="{3EBC0D5B-027E-4225-92F6-6C87E69133FF}" destId="{674D1402-B8AB-49B4-A4AA-6F65D469CC69}" srcOrd="0" destOrd="0" presId="urn:microsoft.com/office/officeart/2005/8/layout/vProcess5"/>
    <dgm:cxn modelId="{C655EA39-466D-4C8C-8CF5-97C6E743056E}" type="presOf" srcId="{1A0B1D37-E955-439C-9C42-E19FAB9747EC}" destId="{97B28B3F-EA4B-4A0B-8ED4-75FCE94155A7}" srcOrd="1" destOrd="0" presId="urn:microsoft.com/office/officeart/2005/8/layout/vProcess5"/>
    <dgm:cxn modelId="{EE703B4A-C3DA-4F2A-AA09-075DDD8A85D1}" type="presOf" srcId="{1DE0D5F7-F476-478D-85A1-34AB83A4109A}" destId="{E01CFC6E-7A6B-41F5-B5A7-299F7A1A4846}" srcOrd="1" destOrd="0" presId="urn:microsoft.com/office/officeart/2005/8/layout/vProcess5"/>
    <dgm:cxn modelId="{E6AD0150-0895-4947-855B-8D8B5F2703BB}" srcId="{3EBC0D5B-027E-4225-92F6-6C87E69133FF}" destId="{7A5F6670-FE4A-4540-9253-7149E07475AF}" srcOrd="0" destOrd="0" parTransId="{727ADD9D-2324-45B0-9930-D24C26AD16C7}" sibTransId="{7C6E1A9E-7B65-4158-A13C-55CBF3748C1A}"/>
    <dgm:cxn modelId="{C3E59E53-C442-410B-9785-9E8E34FD697E}" type="presOf" srcId="{1DE0D5F7-F476-478D-85A1-34AB83A4109A}" destId="{BF0104BD-0DBD-4612-8FE0-9D3BAD149233}" srcOrd="0" destOrd="0" presId="urn:microsoft.com/office/officeart/2005/8/layout/vProcess5"/>
    <dgm:cxn modelId="{35B5A374-8511-4922-AC0E-B9D2ABD6B206}" type="presOf" srcId="{1CC5AB21-233A-416D-9B66-E69BEFAAF547}" destId="{DBF9B80A-EBB3-4AFE-ABFB-C1B5D2656F35}" srcOrd="0" destOrd="0" presId="urn:microsoft.com/office/officeart/2005/8/layout/vProcess5"/>
    <dgm:cxn modelId="{E29B5B85-6155-4A85-ACE1-E85856DB307C}" srcId="{3EBC0D5B-027E-4225-92F6-6C87E69133FF}" destId="{CCDD1717-A74F-448D-AF65-CED50D4E3122}" srcOrd="3" destOrd="0" parTransId="{F4604351-6950-4418-B193-973700A93284}" sibTransId="{D5C25DE4-F957-4D0A-B889-9A42CD37D569}"/>
    <dgm:cxn modelId="{C7775787-0D3B-46D1-8DB8-DD581E9098C4}" type="presOf" srcId="{7C6E1A9E-7B65-4158-A13C-55CBF3748C1A}" destId="{B91CEC5A-A65A-4B3E-A251-6F37CDFAD65C}" srcOrd="0" destOrd="0" presId="urn:microsoft.com/office/officeart/2005/8/layout/vProcess5"/>
    <dgm:cxn modelId="{9C523A91-E244-4FB6-902E-22E38B3682FB}" type="presOf" srcId="{1A0B1D37-E955-439C-9C42-E19FAB9747EC}" destId="{FFEC5B8C-B554-4C47-B64C-234716422946}" srcOrd="0" destOrd="0" presId="urn:microsoft.com/office/officeart/2005/8/layout/vProcess5"/>
    <dgm:cxn modelId="{0BD667A7-6BC9-4EF7-8E51-20E886DC9EEB}" srcId="{3EBC0D5B-027E-4225-92F6-6C87E69133FF}" destId="{1A0B1D37-E955-439C-9C42-E19FAB9747EC}" srcOrd="2" destOrd="0" parTransId="{296B32D5-3341-4974-9741-38C2232424A7}" sibTransId="{1CC5AB21-233A-416D-9B66-E69BEFAAF547}"/>
    <dgm:cxn modelId="{E0DAD1C1-29A3-497F-B967-6FA4735DA9F2}" type="presOf" srcId="{CCDD1717-A74F-448D-AF65-CED50D4E3122}" destId="{71965873-1734-4014-B5FC-308D3A4E5C96}" srcOrd="0" destOrd="0" presId="urn:microsoft.com/office/officeart/2005/8/layout/vProcess5"/>
    <dgm:cxn modelId="{DC522AD4-6F2B-4C38-91DE-1EA80C14EB96}" type="presOf" srcId="{CCDD1717-A74F-448D-AF65-CED50D4E3122}" destId="{4FD7E03C-C589-4F92-9AE7-0BBF979257FA}" srcOrd="1" destOrd="0" presId="urn:microsoft.com/office/officeart/2005/8/layout/vProcess5"/>
    <dgm:cxn modelId="{5D8C6CDF-17F9-438D-B6B3-2B25FE90B0E8}" type="presOf" srcId="{7A5F6670-FE4A-4540-9253-7149E07475AF}" destId="{924E72B9-2161-41BE-AEEF-D3A2C8A0241A}" srcOrd="1" destOrd="0" presId="urn:microsoft.com/office/officeart/2005/8/layout/vProcess5"/>
    <dgm:cxn modelId="{2E0231E1-6250-47A2-BB73-D66C953D7241}" type="presOf" srcId="{3257C6C0-9D98-4A82-8E76-A77B137CE473}" destId="{1B8A0A5E-1C4C-4065-99D4-2CC0FBCF27B6}" srcOrd="0" destOrd="0" presId="urn:microsoft.com/office/officeart/2005/8/layout/vProcess5"/>
    <dgm:cxn modelId="{A8D2BCFC-A59E-4212-BEDA-9B19E97D6B95}" type="presParOf" srcId="{674D1402-B8AB-49B4-A4AA-6F65D469CC69}" destId="{5F7A1184-5E81-4B19-A148-19D766A60B22}" srcOrd="0" destOrd="0" presId="urn:microsoft.com/office/officeart/2005/8/layout/vProcess5"/>
    <dgm:cxn modelId="{F58DBA2C-94D7-4F5D-BABC-EC7D1A04803E}" type="presParOf" srcId="{674D1402-B8AB-49B4-A4AA-6F65D469CC69}" destId="{3C8D7ED7-F20E-423B-8EB0-0E6DCE260FFB}" srcOrd="1" destOrd="0" presId="urn:microsoft.com/office/officeart/2005/8/layout/vProcess5"/>
    <dgm:cxn modelId="{8BBD4569-FB1B-41FB-9EDF-1D0EC3A3B2F8}" type="presParOf" srcId="{674D1402-B8AB-49B4-A4AA-6F65D469CC69}" destId="{BF0104BD-0DBD-4612-8FE0-9D3BAD149233}" srcOrd="2" destOrd="0" presId="urn:microsoft.com/office/officeart/2005/8/layout/vProcess5"/>
    <dgm:cxn modelId="{DFF70370-953B-495A-B687-3BD240C1E3D5}" type="presParOf" srcId="{674D1402-B8AB-49B4-A4AA-6F65D469CC69}" destId="{FFEC5B8C-B554-4C47-B64C-234716422946}" srcOrd="3" destOrd="0" presId="urn:microsoft.com/office/officeart/2005/8/layout/vProcess5"/>
    <dgm:cxn modelId="{0E49E938-50CC-4353-98B1-FDC5BC76BF02}" type="presParOf" srcId="{674D1402-B8AB-49B4-A4AA-6F65D469CC69}" destId="{71965873-1734-4014-B5FC-308D3A4E5C96}" srcOrd="4" destOrd="0" presId="urn:microsoft.com/office/officeart/2005/8/layout/vProcess5"/>
    <dgm:cxn modelId="{6F5A3CA7-19A0-44B7-B37B-ACB1250F678B}" type="presParOf" srcId="{674D1402-B8AB-49B4-A4AA-6F65D469CC69}" destId="{B91CEC5A-A65A-4B3E-A251-6F37CDFAD65C}" srcOrd="5" destOrd="0" presId="urn:microsoft.com/office/officeart/2005/8/layout/vProcess5"/>
    <dgm:cxn modelId="{35D0BAB1-CEF5-48E5-AB88-B92AA7CE65D3}" type="presParOf" srcId="{674D1402-B8AB-49B4-A4AA-6F65D469CC69}" destId="{1B8A0A5E-1C4C-4065-99D4-2CC0FBCF27B6}" srcOrd="6" destOrd="0" presId="urn:microsoft.com/office/officeart/2005/8/layout/vProcess5"/>
    <dgm:cxn modelId="{BF7AFEEC-F3AF-46FE-80DB-87460E575AB6}" type="presParOf" srcId="{674D1402-B8AB-49B4-A4AA-6F65D469CC69}" destId="{DBF9B80A-EBB3-4AFE-ABFB-C1B5D2656F35}" srcOrd="7" destOrd="0" presId="urn:microsoft.com/office/officeart/2005/8/layout/vProcess5"/>
    <dgm:cxn modelId="{1BBC519A-5969-4713-88EE-7311755BFD38}" type="presParOf" srcId="{674D1402-B8AB-49B4-A4AA-6F65D469CC69}" destId="{924E72B9-2161-41BE-AEEF-D3A2C8A0241A}" srcOrd="8" destOrd="0" presId="urn:microsoft.com/office/officeart/2005/8/layout/vProcess5"/>
    <dgm:cxn modelId="{67CB97F7-01F6-42DC-9238-7ED4F30C11B9}" type="presParOf" srcId="{674D1402-B8AB-49B4-A4AA-6F65D469CC69}" destId="{E01CFC6E-7A6B-41F5-B5A7-299F7A1A4846}" srcOrd="9" destOrd="0" presId="urn:microsoft.com/office/officeart/2005/8/layout/vProcess5"/>
    <dgm:cxn modelId="{ABCC92B6-A5C3-443D-88E9-CB942B309F00}" type="presParOf" srcId="{674D1402-B8AB-49B4-A4AA-6F65D469CC69}" destId="{97B28B3F-EA4B-4A0B-8ED4-75FCE94155A7}" srcOrd="10" destOrd="0" presId="urn:microsoft.com/office/officeart/2005/8/layout/vProcess5"/>
    <dgm:cxn modelId="{4222F28F-6EB0-49DA-88D6-C07CBA71D8DE}" type="presParOf" srcId="{674D1402-B8AB-49B4-A4AA-6F65D469CC69}" destId="{4FD7E03C-C589-4F92-9AE7-0BBF979257FA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5364DC8-7063-4366-A467-1AF8139386DA}">
      <dsp:nvSpPr>
        <dsp:cNvPr id="0" name=""/>
        <dsp:cNvSpPr/>
      </dsp:nvSpPr>
      <dsp:spPr>
        <a:xfrm>
          <a:off x="0" y="78189"/>
          <a:ext cx="6832212" cy="1656719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8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2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Objective: To design a secure, scalable, and resilient cloud architecture for a hypothetical digital application, ensuring high availability and disaster recovery.</a:t>
          </a:r>
        </a:p>
      </dsp:txBody>
      <dsp:txXfrm>
        <a:off x="80874" y="159063"/>
        <a:ext cx="6670464" cy="1494971"/>
      </dsp:txXfrm>
    </dsp:sp>
    <dsp:sp modelId="{53C298CF-A86E-466B-B864-6A00A657146A}">
      <dsp:nvSpPr>
        <dsp:cNvPr id="0" name=""/>
        <dsp:cNvSpPr/>
      </dsp:nvSpPr>
      <dsp:spPr>
        <a:xfrm>
          <a:off x="0" y="1804029"/>
          <a:ext cx="6832212" cy="1656719"/>
        </a:xfrm>
        <a:prstGeom prst="roundRect">
          <a:avLst/>
        </a:prstGeom>
        <a:gradFill rotWithShape="0">
          <a:gsLst>
            <a:gs pos="0">
              <a:schemeClr val="accent2">
                <a:hueOff val="446864"/>
                <a:satOff val="-9581"/>
                <a:lumOff val="-3726"/>
                <a:alphaOff val="0"/>
                <a:tint val="96000"/>
                <a:lumMod val="104000"/>
              </a:schemeClr>
            </a:gs>
            <a:gs pos="100000">
              <a:schemeClr val="accent2">
                <a:hueOff val="446864"/>
                <a:satOff val="-9581"/>
                <a:lumOff val="-3726"/>
                <a:alphaOff val="0"/>
                <a:shade val="98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2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Platform Chosen: Amazon Web Services (AWS)</a:t>
          </a:r>
        </a:p>
      </dsp:txBody>
      <dsp:txXfrm>
        <a:off x="80874" y="1884903"/>
        <a:ext cx="6670464" cy="1494971"/>
      </dsp:txXfrm>
    </dsp:sp>
    <dsp:sp modelId="{7347F96A-4DF3-41A0-A139-41D83B457923}">
      <dsp:nvSpPr>
        <dsp:cNvPr id="0" name=""/>
        <dsp:cNvSpPr/>
      </dsp:nvSpPr>
      <dsp:spPr>
        <a:xfrm>
          <a:off x="0" y="3529869"/>
          <a:ext cx="6832212" cy="1656719"/>
        </a:xfrm>
        <a:prstGeom prst="roundRect">
          <a:avLst/>
        </a:prstGeom>
        <a:gradFill rotWithShape="0">
          <a:gsLst>
            <a:gs pos="0">
              <a:schemeClr val="accent2">
                <a:hueOff val="893727"/>
                <a:satOff val="-19162"/>
                <a:lumOff val="-7451"/>
                <a:alphaOff val="0"/>
                <a:tint val="96000"/>
                <a:lumMod val="104000"/>
              </a:schemeClr>
            </a:gs>
            <a:gs pos="100000">
              <a:schemeClr val="accent2">
                <a:hueOff val="893727"/>
                <a:satOff val="-19162"/>
                <a:lumOff val="-7451"/>
                <a:alphaOff val="0"/>
                <a:shade val="98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2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Why AWS? Industry-standard reliability, robust security features (WAF, IAM), and transparent, cost-effective pricing for small-scale deployments.</a:t>
          </a:r>
        </a:p>
      </dsp:txBody>
      <dsp:txXfrm>
        <a:off x="80874" y="3610743"/>
        <a:ext cx="6670464" cy="149497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33C13A8-0B0B-4293-B145-2A8BC6BE275F}">
      <dsp:nvSpPr>
        <dsp:cNvPr id="0" name=""/>
        <dsp:cNvSpPr/>
      </dsp:nvSpPr>
      <dsp:spPr>
        <a:xfrm>
          <a:off x="1003803" y="745884"/>
          <a:ext cx="1110180" cy="111018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58DD8D1-0140-49F5-8022-9D60CB660F1F}">
      <dsp:nvSpPr>
        <dsp:cNvPr id="0" name=""/>
        <dsp:cNvSpPr/>
      </dsp:nvSpPr>
      <dsp:spPr>
        <a:xfrm>
          <a:off x="325359" y="2199237"/>
          <a:ext cx="2467068" cy="832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IAM &amp; RBAC: Strict Role-Based Access Control. Admins get full access; developers get limited deployment access.</a:t>
          </a:r>
        </a:p>
      </dsp:txBody>
      <dsp:txXfrm>
        <a:off x="325359" y="2199237"/>
        <a:ext cx="2467068" cy="832500"/>
      </dsp:txXfrm>
    </dsp:sp>
    <dsp:sp modelId="{32C29D47-61A4-459E-948A-FE1E77216E92}">
      <dsp:nvSpPr>
        <dsp:cNvPr id="0" name=""/>
        <dsp:cNvSpPr/>
      </dsp:nvSpPr>
      <dsp:spPr>
        <a:xfrm>
          <a:off x="3902609" y="745884"/>
          <a:ext cx="1110180" cy="111018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C6814BC-D35D-46BC-9144-A78BCC6C2024}">
      <dsp:nvSpPr>
        <dsp:cNvPr id="0" name=""/>
        <dsp:cNvSpPr/>
      </dsp:nvSpPr>
      <dsp:spPr>
        <a:xfrm>
          <a:off x="3224165" y="2199237"/>
          <a:ext cx="2467068" cy="832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Principle of Least Privilege: Users are granted only the minimum permissions necessary.</a:t>
          </a:r>
        </a:p>
      </dsp:txBody>
      <dsp:txXfrm>
        <a:off x="3224165" y="2199237"/>
        <a:ext cx="2467068" cy="832500"/>
      </dsp:txXfrm>
    </dsp:sp>
    <dsp:sp modelId="{FDD94C47-A2E8-4E63-B65B-9D235DF21C2C}">
      <dsp:nvSpPr>
        <dsp:cNvPr id="0" name=""/>
        <dsp:cNvSpPr/>
      </dsp:nvSpPr>
      <dsp:spPr>
        <a:xfrm>
          <a:off x="6801415" y="745884"/>
          <a:ext cx="1110180" cy="111018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4B57380-BB2D-45DF-BBA3-E99791DA901F}">
      <dsp:nvSpPr>
        <dsp:cNvPr id="0" name=""/>
        <dsp:cNvSpPr/>
      </dsp:nvSpPr>
      <dsp:spPr>
        <a:xfrm>
          <a:off x="6122971" y="2199237"/>
          <a:ext cx="2467068" cy="832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Secret Management: Database passwords and API keys are never hardcoded. They are securely managed via AWS Secrets Manager.</a:t>
          </a:r>
        </a:p>
      </dsp:txBody>
      <dsp:txXfrm>
        <a:off x="6122971" y="2199237"/>
        <a:ext cx="2467068" cy="8325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28BBA2B-EF03-4955-A667-291394506D35}">
      <dsp:nvSpPr>
        <dsp:cNvPr id="0" name=""/>
        <dsp:cNvSpPr/>
      </dsp:nvSpPr>
      <dsp:spPr>
        <a:xfrm>
          <a:off x="2633" y="469205"/>
          <a:ext cx="2088869" cy="1253321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Disaster Recovery Plan:</a:t>
          </a:r>
        </a:p>
      </dsp:txBody>
      <dsp:txXfrm>
        <a:off x="2633" y="469205"/>
        <a:ext cx="2088869" cy="1253321"/>
      </dsp:txXfrm>
    </dsp:sp>
    <dsp:sp modelId="{9AC4B880-4704-4F62-8EFA-E8B067815D2D}">
      <dsp:nvSpPr>
        <dsp:cNvPr id="0" name=""/>
        <dsp:cNvSpPr/>
      </dsp:nvSpPr>
      <dsp:spPr>
        <a:xfrm>
          <a:off x="2300389" y="469205"/>
          <a:ext cx="2088869" cy="1253321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Isolate the failed/compromised EC2 instance.</a:t>
          </a:r>
        </a:p>
      </dsp:txBody>
      <dsp:txXfrm>
        <a:off x="2300389" y="469205"/>
        <a:ext cx="2088869" cy="1253321"/>
      </dsp:txXfrm>
    </dsp:sp>
    <dsp:sp modelId="{19A0498B-19E1-4D3A-B2DF-815FC7BFB9BF}">
      <dsp:nvSpPr>
        <dsp:cNvPr id="0" name=""/>
        <dsp:cNvSpPr/>
      </dsp:nvSpPr>
      <dsp:spPr>
        <a:xfrm>
          <a:off x="4598145" y="469205"/>
          <a:ext cx="2088869" cy="1253321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Provision a new EC2 instance from the latest AMI.</a:t>
          </a:r>
        </a:p>
      </dsp:txBody>
      <dsp:txXfrm>
        <a:off x="4598145" y="469205"/>
        <a:ext cx="2088869" cy="1253321"/>
      </dsp:txXfrm>
    </dsp:sp>
    <dsp:sp modelId="{6093EE9C-E002-4E01-AE36-BFAB5E8ADE01}">
      <dsp:nvSpPr>
        <dsp:cNvPr id="0" name=""/>
        <dsp:cNvSpPr/>
      </dsp:nvSpPr>
      <dsp:spPr>
        <a:xfrm>
          <a:off x="6895901" y="469205"/>
          <a:ext cx="2088869" cy="1253321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Restore RDS database from the last automated daily snapshot.</a:t>
          </a:r>
        </a:p>
      </dsp:txBody>
      <dsp:txXfrm>
        <a:off x="6895901" y="469205"/>
        <a:ext cx="2088869" cy="1253321"/>
      </dsp:txXfrm>
    </dsp:sp>
    <dsp:sp modelId="{557AABC9-374B-4403-9043-7BCE97466FFA}">
      <dsp:nvSpPr>
        <dsp:cNvPr id="0" name=""/>
        <dsp:cNvSpPr/>
      </dsp:nvSpPr>
      <dsp:spPr>
        <a:xfrm>
          <a:off x="1151511" y="1931413"/>
          <a:ext cx="2088869" cy="1253321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Redirect traffic via Route 53 DNS.</a:t>
          </a:r>
        </a:p>
      </dsp:txBody>
      <dsp:txXfrm>
        <a:off x="1151511" y="1931413"/>
        <a:ext cx="2088869" cy="1253321"/>
      </dsp:txXfrm>
    </dsp:sp>
    <dsp:sp modelId="{6ABE899C-D60E-4161-BCF9-C49DDF96F87C}">
      <dsp:nvSpPr>
        <dsp:cNvPr id="0" name=""/>
        <dsp:cNvSpPr/>
      </dsp:nvSpPr>
      <dsp:spPr>
        <a:xfrm>
          <a:off x="3449267" y="1931413"/>
          <a:ext cx="2088869" cy="1253321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Verify system integrity and document the incident.</a:t>
          </a:r>
        </a:p>
      </dsp:txBody>
      <dsp:txXfrm>
        <a:off x="3449267" y="1931413"/>
        <a:ext cx="2088869" cy="1253321"/>
      </dsp:txXfrm>
    </dsp:sp>
    <dsp:sp modelId="{9227E3E4-CD26-4F24-835B-A8D8B471C2E9}">
      <dsp:nvSpPr>
        <dsp:cNvPr id="0" name=""/>
        <dsp:cNvSpPr/>
      </dsp:nvSpPr>
      <dsp:spPr>
        <a:xfrm>
          <a:off x="5747023" y="1931413"/>
          <a:ext cx="2088869" cy="1253321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Targets: Recovery Time Objective (RTO) &lt; 2 Hours | Recovery Point Objective (RPO) &lt; 24 Hours.</a:t>
          </a:r>
        </a:p>
      </dsp:txBody>
      <dsp:txXfrm>
        <a:off x="5747023" y="1931413"/>
        <a:ext cx="2088869" cy="1253321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C8D7ED7-F20E-423B-8EB0-0E6DCE260FFB}">
      <dsp:nvSpPr>
        <dsp:cNvPr id="0" name=""/>
        <dsp:cNvSpPr/>
      </dsp:nvSpPr>
      <dsp:spPr>
        <a:xfrm>
          <a:off x="0" y="0"/>
          <a:ext cx="5465769" cy="115825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8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2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Monitoring: Amazon CloudWatch tracks CPU (&gt;80%), DB connections, and disk space.</a:t>
          </a:r>
        </a:p>
      </dsp:txBody>
      <dsp:txXfrm>
        <a:off x="33924" y="33924"/>
        <a:ext cx="4118053" cy="1090403"/>
      </dsp:txXfrm>
    </dsp:sp>
    <dsp:sp modelId="{BF0104BD-0DBD-4612-8FE0-9D3BAD149233}">
      <dsp:nvSpPr>
        <dsp:cNvPr id="0" name=""/>
        <dsp:cNvSpPr/>
      </dsp:nvSpPr>
      <dsp:spPr>
        <a:xfrm>
          <a:off x="457758" y="1368842"/>
          <a:ext cx="5465769" cy="115825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297909"/>
                <a:satOff val="-6387"/>
                <a:lumOff val="-2484"/>
                <a:alphaOff val="0"/>
                <a:tint val="96000"/>
                <a:lumMod val="104000"/>
              </a:schemeClr>
            </a:gs>
            <a:gs pos="100000">
              <a:schemeClr val="accent2">
                <a:hueOff val="297909"/>
                <a:satOff val="-6387"/>
                <a:lumOff val="-2484"/>
                <a:alphaOff val="0"/>
                <a:shade val="98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2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Alerts: Amazon SNS sends instant Email/SMS alerts to IT Admins on threshold breaches.</a:t>
          </a:r>
        </a:p>
      </dsp:txBody>
      <dsp:txXfrm>
        <a:off x="491682" y="1402766"/>
        <a:ext cx="4187299" cy="1090403"/>
      </dsp:txXfrm>
    </dsp:sp>
    <dsp:sp modelId="{FFEC5B8C-B554-4C47-B64C-234716422946}">
      <dsp:nvSpPr>
        <dsp:cNvPr id="0" name=""/>
        <dsp:cNvSpPr/>
      </dsp:nvSpPr>
      <dsp:spPr>
        <a:xfrm>
          <a:off x="908684" y="2737685"/>
          <a:ext cx="5465769" cy="115825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595818"/>
                <a:satOff val="-12775"/>
                <a:lumOff val="-4967"/>
                <a:alphaOff val="0"/>
                <a:tint val="96000"/>
                <a:lumMod val="104000"/>
              </a:schemeClr>
            </a:gs>
            <a:gs pos="100000">
              <a:schemeClr val="accent2">
                <a:hueOff val="595818"/>
                <a:satOff val="-12775"/>
                <a:lumOff val="-4967"/>
                <a:alphaOff val="0"/>
                <a:shade val="98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2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Automated Response: Auto-Scaling Group replaces unhealthy instances automatically.</a:t>
          </a:r>
        </a:p>
      </dsp:txBody>
      <dsp:txXfrm>
        <a:off x="942608" y="2771609"/>
        <a:ext cx="4194132" cy="1090403"/>
      </dsp:txXfrm>
    </dsp:sp>
    <dsp:sp modelId="{71965873-1734-4014-B5FC-308D3A4E5C96}">
      <dsp:nvSpPr>
        <dsp:cNvPr id="0" name=""/>
        <dsp:cNvSpPr/>
      </dsp:nvSpPr>
      <dsp:spPr>
        <a:xfrm>
          <a:off x="1366442" y="4106527"/>
          <a:ext cx="5465769" cy="115825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893727"/>
                <a:satOff val="-19162"/>
                <a:lumOff val="-7451"/>
                <a:alphaOff val="0"/>
                <a:tint val="96000"/>
                <a:lumMod val="104000"/>
              </a:schemeClr>
            </a:gs>
            <a:gs pos="100000">
              <a:schemeClr val="accent2">
                <a:hueOff val="893727"/>
                <a:satOff val="-19162"/>
                <a:lumOff val="-7451"/>
                <a:alphaOff val="0"/>
                <a:shade val="98000"/>
                <a:lumMod val="94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2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Estimated Monthly Cost: ~$33.65 USD (EC2, RDS, S3, Data Transfer).</a:t>
          </a:r>
        </a:p>
      </dsp:txBody>
      <dsp:txXfrm>
        <a:off x="1400366" y="4140451"/>
        <a:ext cx="4187299" cy="1090403"/>
      </dsp:txXfrm>
    </dsp:sp>
    <dsp:sp modelId="{B91CEC5A-A65A-4B3E-A251-6F37CDFAD65C}">
      <dsp:nvSpPr>
        <dsp:cNvPr id="0" name=""/>
        <dsp:cNvSpPr/>
      </dsp:nvSpPr>
      <dsp:spPr>
        <a:xfrm>
          <a:off x="4712906" y="887115"/>
          <a:ext cx="752863" cy="752863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9525" cap="rnd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4450" tIns="44450" rIns="44450" bIns="444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500" kern="1200"/>
        </a:p>
      </dsp:txBody>
      <dsp:txXfrm>
        <a:off x="4882300" y="887115"/>
        <a:ext cx="414075" cy="566529"/>
      </dsp:txXfrm>
    </dsp:sp>
    <dsp:sp modelId="{1B8A0A5E-1C4C-4065-99D4-2CC0FBCF27B6}">
      <dsp:nvSpPr>
        <dsp:cNvPr id="0" name=""/>
        <dsp:cNvSpPr/>
      </dsp:nvSpPr>
      <dsp:spPr>
        <a:xfrm>
          <a:off x="5170664" y="2255957"/>
          <a:ext cx="752863" cy="752863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386720"/>
            <a:satOff val="-9813"/>
            <a:lumOff val="-1164"/>
            <a:alphaOff val="0"/>
          </a:schemeClr>
        </a:solidFill>
        <a:ln w="9525" cap="rnd" cmpd="sng" algn="ctr">
          <a:solidFill>
            <a:schemeClr val="accent2">
              <a:tint val="40000"/>
              <a:alpha val="90000"/>
              <a:hueOff val="386720"/>
              <a:satOff val="-9813"/>
              <a:lumOff val="-1164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4450" tIns="44450" rIns="44450" bIns="444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500" kern="1200"/>
        </a:p>
      </dsp:txBody>
      <dsp:txXfrm>
        <a:off x="5340058" y="2255957"/>
        <a:ext cx="414075" cy="566529"/>
      </dsp:txXfrm>
    </dsp:sp>
    <dsp:sp modelId="{DBF9B80A-EBB3-4AFE-ABFB-C1B5D2656F35}">
      <dsp:nvSpPr>
        <dsp:cNvPr id="0" name=""/>
        <dsp:cNvSpPr/>
      </dsp:nvSpPr>
      <dsp:spPr>
        <a:xfrm>
          <a:off x="5621590" y="3624800"/>
          <a:ext cx="752863" cy="752863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773440"/>
            <a:satOff val="-19627"/>
            <a:lumOff val="-2328"/>
            <a:alphaOff val="0"/>
          </a:schemeClr>
        </a:solidFill>
        <a:ln w="9525" cap="rnd" cmpd="sng" algn="ctr">
          <a:solidFill>
            <a:schemeClr val="accent2">
              <a:tint val="40000"/>
              <a:alpha val="90000"/>
              <a:hueOff val="773440"/>
              <a:satOff val="-19627"/>
              <a:lumOff val="-2328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4450" tIns="44450" rIns="44450" bIns="444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500" kern="1200"/>
        </a:p>
      </dsp:txBody>
      <dsp:txXfrm>
        <a:off x="5790984" y="3624800"/>
        <a:ext cx="414075" cy="56652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27308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55642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61975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66750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53371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43614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10/23/2026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30426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48121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13402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51998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0391316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05475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2233625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55046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873798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12769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32"/>
            <a:ext cx="2356674" cy="6853285"/>
            <a:chOff x="6627813" y="195454"/>
            <a:chExt cx="1952625" cy="5678297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5454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10/23/2026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34272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6" r:id="rId1"/>
    <p:sldLayoutId id="2147483847" r:id="rId2"/>
    <p:sldLayoutId id="2147483848" r:id="rId3"/>
    <p:sldLayoutId id="2147483849" r:id="rId4"/>
    <p:sldLayoutId id="2147483850" r:id="rId5"/>
    <p:sldLayoutId id="2147483851" r:id="rId6"/>
    <p:sldLayoutId id="2147483852" r:id="rId7"/>
    <p:sldLayoutId id="2147483853" r:id="rId8"/>
    <p:sldLayoutId id="2147483854" r:id="rId9"/>
    <p:sldLayoutId id="2147483855" r:id="rId10"/>
    <p:sldLayoutId id="2147483856" r:id="rId11"/>
    <p:sldLayoutId id="2147483857" r:id="rId12"/>
    <p:sldLayoutId id="2147483858" r:id="rId13"/>
    <p:sldLayoutId id="2147483859" r:id="rId14"/>
    <p:sldLayoutId id="2147483860" r:id="rId15"/>
    <p:sldLayoutId id="2147483861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5100"/>
              <a:t>Title: Cloud Deployment, Monitoring &amp; Business Continuity Blueprint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1900"/>
              <a:t>Subtitle: Assignment 5 – IT Infrastructure &amp; Resilience Design</a:t>
            </a:r>
          </a:p>
          <a:p>
            <a:pPr>
              <a:lnSpc>
                <a:spcPct val="100000"/>
              </a:lnSpc>
            </a:pPr>
            <a:r>
              <a:rPr lang="en-US" sz="1900"/>
              <a:t>Presented By: Laiba</a:t>
            </a:r>
          </a:p>
          <a:p>
            <a:pPr>
              <a:lnSpc>
                <a:spcPct val="100000"/>
              </a:lnSpc>
            </a:pPr>
            <a:r>
              <a:rPr lang="en-US" sz="1900"/>
              <a:t>Program: LIFT CLUB PK - Information Technology Internship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5E4CBEC-18A2-4509-A45D-D5E653582C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059079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5E19FBA-33FC-BAD6-C2B3-F48D260784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9893" y="3101093"/>
            <a:ext cx="2454052" cy="3029344"/>
          </a:xfrm>
        </p:spPr>
        <p:txBody>
          <a:bodyPr>
            <a:normAutofit/>
          </a:bodyPr>
          <a:lstStyle/>
          <a:p>
            <a:r>
              <a:rPr lang="en-US" sz="3200">
                <a:solidFill>
                  <a:schemeClr val="bg1"/>
                </a:solidFill>
              </a:rPr>
              <a:t>Objective &amp; Platform Choice</a:t>
            </a:r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0A5EA4A7-4381-4FC6-AA9A-C9EA77B84F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159" y="3179901"/>
            <a:ext cx="1098194" cy="514066"/>
          </a:xfrm>
          <a:custGeom>
            <a:avLst/>
            <a:gdLst>
              <a:gd name="connsiteX0" fmla="*/ 10000 w 10044"/>
              <a:gd name="connsiteY0" fmla="*/ 4701 h 9966"/>
              <a:gd name="connsiteX1" fmla="*/ 8559 w 10044"/>
              <a:gd name="connsiteY1" fmla="*/ 188 h 9966"/>
              <a:gd name="connsiteX2" fmla="*/ 8527 w 10044"/>
              <a:gd name="connsiteY2" fmla="*/ 94 h 9966"/>
              <a:gd name="connsiteX3" fmla="*/ 8438 w 10044"/>
              <a:gd name="connsiteY3" fmla="*/ 0 h 9966"/>
              <a:gd name="connsiteX4" fmla="*/ 7867 w 10044"/>
              <a:gd name="connsiteY4" fmla="*/ 0 h 9966"/>
              <a:gd name="connsiteX5" fmla="*/ 0 w 10044"/>
              <a:gd name="connsiteY5" fmla="*/ 70 h 9966"/>
              <a:gd name="connsiteX6" fmla="*/ 3132 w 10044"/>
              <a:gd name="connsiteY6" fmla="*/ 9763 h 9966"/>
              <a:gd name="connsiteX7" fmla="*/ 7867 w 10044"/>
              <a:gd name="connsiteY7" fmla="*/ 9966 h 9966"/>
              <a:gd name="connsiteX8" fmla="*/ 8438 w 10044"/>
              <a:gd name="connsiteY8" fmla="*/ 9966 h 9966"/>
              <a:gd name="connsiteX9" fmla="*/ 8527 w 10044"/>
              <a:gd name="connsiteY9" fmla="*/ 9872 h 9966"/>
              <a:gd name="connsiteX10" fmla="*/ 8559 w 10044"/>
              <a:gd name="connsiteY10" fmla="*/ 9778 h 9966"/>
              <a:gd name="connsiteX11" fmla="*/ 10000 w 10044"/>
              <a:gd name="connsiteY11" fmla="*/ 5265 h 9966"/>
              <a:gd name="connsiteX12" fmla="*/ 10000 w 10044"/>
              <a:gd name="connsiteY12" fmla="*/ 4701 h 9966"/>
              <a:gd name="connsiteX0" fmla="*/ 6839 w 6883"/>
              <a:gd name="connsiteY0" fmla="*/ 4885 h 10168"/>
              <a:gd name="connsiteX1" fmla="*/ 5405 w 6883"/>
              <a:gd name="connsiteY1" fmla="*/ 357 h 10168"/>
              <a:gd name="connsiteX2" fmla="*/ 5373 w 6883"/>
              <a:gd name="connsiteY2" fmla="*/ 262 h 10168"/>
              <a:gd name="connsiteX3" fmla="*/ 5284 w 6883"/>
              <a:gd name="connsiteY3" fmla="*/ 168 h 10168"/>
              <a:gd name="connsiteX4" fmla="*/ 4716 w 6883"/>
              <a:gd name="connsiteY4" fmla="*/ 168 h 10168"/>
              <a:gd name="connsiteX5" fmla="*/ 50 w 6883"/>
              <a:gd name="connsiteY5" fmla="*/ 0 h 10168"/>
              <a:gd name="connsiteX6" fmla="*/ 1 w 6883"/>
              <a:gd name="connsiteY6" fmla="*/ 9964 h 10168"/>
              <a:gd name="connsiteX7" fmla="*/ 4716 w 6883"/>
              <a:gd name="connsiteY7" fmla="*/ 10168 h 10168"/>
              <a:gd name="connsiteX8" fmla="*/ 5284 w 6883"/>
              <a:gd name="connsiteY8" fmla="*/ 10168 h 10168"/>
              <a:gd name="connsiteX9" fmla="*/ 5373 w 6883"/>
              <a:gd name="connsiteY9" fmla="*/ 10074 h 10168"/>
              <a:gd name="connsiteX10" fmla="*/ 5405 w 6883"/>
              <a:gd name="connsiteY10" fmla="*/ 9979 h 10168"/>
              <a:gd name="connsiteX11" fmla="*/ 6839 w 6883"/>
              <a:gd name="connsiteY11" fmla="*/ 5451 h 10168"/>
              <a:gd name="connsiteX12" fmla="*/ 6839 w 6883"/>
              <a:gd name="connsiteY12" fmla="*/ 4885 h 10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83" h="10168">
                <a:moveTo>
                  <a:pt x="6839" y="4885"/>
                </a:moveTo>
                <a:lnTo>
                  <a:pt x="5405" y="357"/>
                </a:lnTo>
                <a:cubicBezTo>
                  <a:pt x="5395" y="325"/>
                  <a:pt x="5383" y="294"/>
                  <a:pt x="5373" y="262"/>
                </a:cubicBezTo>
                <a:cubicBezTo>
                  <a:pt x="5344" y="168"/>
                  <a:pt x="5314" y="168"/>
                  <a:pt x="5284" y="168"/>
                </a:cubicBezTo>
                <a:lnTo>
                  <a:pt x="4716" y="168"/>
                </a:lnTo>
                <a:lnTo>
                  <a:pt x="50" y="0"/>
                </a:lnTo>
                <a:cubicBezTo>
                  <a:pt x="59" y="3322"/>
                  <a:pt x="-8" y="6643"/>
                  <a:pt x="1" y="9964"/>
                </a:cubicBezTo>
                <a:lnTo>
                  <a:pt x="4716" y="10168"/>
                </a:lnTo>
                <a:lnTo>
                  <a:pt x="5284" y="10168"/>
                </a:lnTo>
                <a:cubicBezTo>
                  <a:pt x="5314" y="10168"/>
                  <a:pt x="5344" y="10074"/>
                  <a:pt x="5373" y="10074"/>
                </a:cubicBezTo>
                <a:cubicBezTo>
                  <a:pt x="5373" y="9979"/>
                  <a:pt x="5405" y="9979"/>
                  <a:pt x="5405" y="9979"/>
                </a:cubicBezTo>
                <a:lnTo>
                  <a:pt x="6839" y="5451"/>
                </a:lnTo>
                <a:cubicBezTo>
                  <a:pt x="6898" y="5262"/>
                  <a:pt x="6898" y="5074"/>
                  <a:pt x="6839" y="488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E6295D53-0474-4725-85BE-1F15FCC2D9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95736" y="0"/>
            <a:ext cx="739626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8E650AC-260F-245B-B75A-2AB063D324F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7662861"/>
              </p:ext>
            </p:extLst>
          </p:nvPr>
        </p:nvGraphicFramePr>
        <p:xfrm>
          <a:off x="4713144" y="641551"/>
          <a:ext cx="6832212" cy="526477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575020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45F7B3-4195-6363-21D4-199D4855FB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7710" y="455362"/>
            <a:ext cx="4067909" cy="1550419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700"/>
              <a:t>Cloud Reference Architecture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D3AE00-8265-2B01-E176-D15CECBC26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87710" y="2160016"/>
            <a:ext cx="4067909" cy="3926152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2000"/>
              <a:t>Entry &amp; Security: Route 53 (DNS) + AWS WAF (Blocks DDoS/Malicious traffic).</a:t>
            </a:r>
          </a:p>
          <a:p>
            <a:pPr>
              <a:lnSpc>
                <a:spcPct val="100000"/>
              </a:lnSpc>
            </a:pPr>
            <a:r>
              <a:rPr lang="en-US" sz="2000"/>
              <a:t>Compute: Amazon EC2 (Hosts the application backend).</a:t>
            </a:r>
          </a:p>
          <a:p>
            <a:pPr>
              <a:lnSpc>
                <a:spcPct val="100000"/>
              </a:lnSpc>
            </a:pPr>
            <a:r>
              <a:rPr lang="en-US" sz="2000"/>
              <a:t>Database: Amazon RDS - PostgreSQL (Managed, automated backups).</a:t>
            </a:r>
          </a:p>
          <a:p>
            <a:pPr>
              <a:lnSpc>
                <a:spcPct val="100000"/>
              </a:lnSpc>
            </a:pPr>
            <a:r>
              <a:rPr lang="en-US" sz="2000"/>
              <a:t>Storage: Amazon S3 (Static files &amp; secure database snapshots).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19AB462-1E21-987A-6E87-9AA0B8535A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4325" y="1699293"/>
            <a:ext cx="5199575" cy="3301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97857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F50EFA-90E2-72A2-2356-5F62E75865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Security &amp; Identity Management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0471F51-9238-04CB-D38C-86653E6FBFE1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2589212" y="2133600"/>
          <a:ext cx="8915400" cy="377762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047175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8C9F670-D457-4F9E-BDA1-B6468C7782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2C20483-AA9B-2338-B13E-A6AFC8547A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4897" y="624110"/>
            <a:ext cx="9712998" cy="1280890"/>
          </a:xfrm>
        </p:spPr>
        <p:txBody>
          <a:bodyPr>
            <a:normAutofit/>
          </a:bodyPr>
          <a:lstStyle/>
          <a:p>
            <a:r>
              <a:rPr lang="en-US"/>
              <a:t>Business Continuity &amp; Recovery SOP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40E2333-C7BB-42CB-A674-0BE0C8ED7B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3" name="Freeform 11">
            <a:extLst>
              <a:ext uri="{FF2B5EF4-FFF2-40B4-BE49-F238E27FC236}">
                <a16:creationId xmlns:a16="http://schemas.microsoft.com/office/drawing/2014/main" id="{6CADF7DA-72EF-4990-9F27-D443BAF7D8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D755B81-585C-6D5A-4727-5BA2FC582A6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51814031"/>
              </p:ext>
            </p:extLst>
          </p:nvPr>
        </p:nvGraphicFramePr>
        <p:xfrm>
          <a:off x="1794897" y="2222983"/>
          <a:ext cx="8987404" cy="36539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5982015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5E4CBEC-18A2-4509-A45D-D5E653582C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059079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C1FAD41-AE6B-ACA9-3777-3D3E8F48B2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9893" y="3101093"/>
            <a:ext cx="2454052" cy="3029344"/>
          </a:xfrm>
        </p:spPr>
        <p:txBody>
          <a:bodyPr>
            <a:normAutofit/>
          </a:bodyPr>
          <a:lstStyle/>
          <a:p>
            <a:r>
              <a:rPr lang="en-US" sz="3200">
                <a:solidFill>
                  <a:schemeClr val="bg1"/>
                </a:solidFill>
              </a:rPr>
              <a:t>Proactive Monitoring &amp; Estimated Cost</a:t>
            </a:r>
          </a:p>
        </p:txBody>
      </p:sp>
      <p:sp>
        <p:nvSpPr>
          <p:cNvPr id="11" name="Freeform 11">
            <a:extLst>
              <a:ext uri="{FF2B5EF4-FFF2-40B4-BE49-F238E27FC236}">
                <a16:creationId xmlns:a16="http://schemas.microsoft.com/office/drawing/2014/main" id="{0A5EA4A7-4381-4FC6-AA9A-C9EA77B84F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159" y="3179901"/>
            <a:ext cx="1098194" cy="514066"/>
          </a:xfrm>
          <a:custGeom>
            <a:avLst/>
            <a:gdLst>
              <a:gd name="connsiteX0" fmla="*/ 10000 w 10044"/>
              <a:gd name="connsiteY0" fmla="*/ 4701 h 9966"/>
              <a:gd name="connsiteX1" fmla="*/ 8559 w 10044"/>
              <a:gd name="connsiteY1" fmla="*/ 188 h 9966"/>
              <a:gd name="connsiteX2" fmla="*/ 8527 w 10044"/>
              <a:gd name="connsiteY2" fmla="*/ 94 h 9966"/>
              <a:gd name="connsiteX3" fmla="*/ 8438 w 10044"/>
              <a:gd name="connsiteY3" fmla="*/ 0 h 9966"/>
              <a:gd name="connsiteX4" fmla="*/ 7867 w 10044"/>
              <a:gd name="connsiteY4" fmla="*/ 0 h 9966"/>
              <a:gd name="connsiteX5" fmla="*/ 0 w 10044"/>
              <a:gd name="connsiteY5" fmla="*/ 70 h 9966"/>
              <a:gd name="connsiteX6" fmla="*/ 3132 w 10044"/>
              <a:gd name="connsiteY6" fmla="*/ 9763 h 9966"/>
              <a:gd name="connsiteX7" fmla="*/ 7867 w 10044"/>
              <a:gd name="connsiteY7" fmla="*/ 9966 h 9966"/>
              <a:gd name="connsiteX8" fmla="*/ 8438 w 10044"/>
              <a:gd name="connsiteY8" fmla="*/ 9966 h 9966"/>
              <a:gd name="connsiteX9" fmla="*/ 8527 w 10044"/>
              <a:gd name="connsiteY9" fmla="*/ 9872 h 9966"/>
              <a:gd name="connsiteX10" fmla="*/ 8559 w 10044"/>
              <a:gd name="connsiteY10" fmla="*/ 9778 h 9966"/>
              <a:gd name="connsiteX11" fmla="*/ 10000 w 10044"/>
              <a:gd name="connsiteY11" fmla="*/ 5265 h 9966"/>
              <a:gd name="connsiteX12" fmla="*/ 10000 w 10044"/>
              <a:gd name="connsiteY12" fmla="*/ 4701 h 9966"/>
              <a:gd name="connsiteX0" fmla="*/ 6839 w 6883"/>
              <a:gd name="connsiteY0" fmla="*/ 4885 h 10168"/>
              <a:gd name="connsiteX1" fmla="*/ 5405 w 6883"/>
              <a:gd name="connsiteY1" fmla="*/ 357 h 10168"/>
              <a:gd name="connsiteX2" fmla="*/ 5373 w 6883"/>
              <a:gd name="connsiteY2" fmla="*/ 262 h 10168"/>
              <a:gd name="connsiteX3" fmla="*/ 5284 w 6883"/>
              <a:gd name="connsiteY3" fmla="*/ 168 h 10168"/>
              <a:gd name="connsiteX4" fmla="*/ 4716 w 6883"/>
              <a:gd name="connsiteY4" fmla="*/ 168 h 10168"/>
              <a:gd name="connsiteX5" fmla="*/ 50 w 6883"/>
              <a:gd name="connsiteY5" fmla="*/ 0 h 10168"/>
              <a:gd name="connsiteX6" fmla="*/ 1 w 6883"/>
              <a:gd name="connsiteY6" fmla="*/ 9964 h 10168"/>
              <a:gd name="connsiteX7" fmla="*/ 4716 w 6883"/>
              <a:gd name="connsiteY7" fmla="*/ 10168 h 10168"/>
              <a:gd name="connsiteX8" fmla="*/ 5284 w 6883"/>
              <a:gd name="connsiteY8" fmla="*/ 10168 h 10168"/>
              <a:gd name="connsiteX9" fmla="*/ 5373 w 6883"/>
              <a:gd name="connsiteY9" fmla="*/ 10074 h 10168"/>
              <a:gd name="connsiteX10" fmla="*/ 5405 w 6883"/>
              <a:gd name="connsiteY10" fmla="*/ 9979 h 10168"/>
              <a:gd name="connsiteX11" fmla="*/ 6839 w 6883"/>
              <a:gd name="connsiteY11" fmla="*/ 5451 h 10168"/>
              <a:gd name="connsiteX12" fmla="*/ 6839 w 6883"/>
              <a:gd name="connsiteY12" fmla="*/ 4885 h 10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83" h="10168">
                <a:moveTo>
                  <a:pt x="6839" y="4885"/>
                </a:moveTo>
                <a:lnTo>
                  <a:pt x="5405" y="357"/>
                </a:lnTo>
                <a:cubicBezTo>
                  <a:pt x="5395" y="325"/>
                  <a:pt x="5383" y="294"/>
                  <a:pt x="5373" y="262"/>
                </a:cubicBezTo>
                <a:cubicBezTo>
                  <a:pt x="5344" y="168"/>
                  <a:pt x="5314" y="168"/>
                  <a:pt x="5284" y="168"/>
                </a:cubicBezTo>
                <a:lnTo>
                  <a:pt x="4716" y="168"/>
                </a:lnTo>
                <a:lnTo>
                  <a:pt x="50" y="0"/>
                </a:lnTo>
                <a:cubicBezTo>
                  <a:pt x="59" y="3322"/>
                  <a:pt x="-8" y="6643"/>
                  <a:pt x="1" y="9964"/>
                </a:cubicBezTo>
                <a:lnTo>
                  <a:pt x="4716" y="10168"/>
                </a:lnTo>
                <a:lnTo>
                  <a:pt x="5284" y="10168"/>
                </a:lnTo>
                <a:cubicBezTo>
                  <a:pt x="5314" y="10168"/>
                  <a:pt x="5344" y="10074"/>
                  <a:pt x="5373" y="10074"/>
                </a:cubicBezTo>
                <a:cubicBezTo>
                  <a:pt x="5373" y="9979"/>
                  <a:pt x="5405" y="9979"/>
                  <a:pt x="5405" y="9979"/>
                </a:cubicBezTo>
                <a:lnTo>
                  <a:pt x="6839" y="5451"/>
                </a:lnTo>
                <a:cubicBezTo>
                  <a:pt x="6898" y="5262"/>
                  <a:pt x="6898" y="5074"/>
                  <a:pt x="6839" y="488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E6295D53-0474-4725-85BE-1F15FCC2D9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95736" y="0"/>
            <a:ext cx="739626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8DAB5B4-BA41-3314-DC92-31BFB01D453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99122408"/>
              </p:ext>
            </p:extLst>
          </p:nvPr>
        </p:nvGraphicFramePr>
        <p:xfrm>
          <a:off x="4713144" y="641551"/>
          <a:ext cx="6832212" cy="526477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952501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A46F010-D160-4609-8979-FFD8C1EA6C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9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23BBB36-1ECA-B43F-4B96-69F916EC27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73062" y="624110"/>
            <a:ext cx="8131550" cy="1280890"/>
          </a:xfrm>
        </p:spPr>
        <p:txBody>
          <a:bodyPr>
            <a:normAutofit/>
          </a:bodyPr>
          <a:lstStyle/>
          <a:p>
            <a:r>
              <a:rPr lang="en-US"/>
              <a:t>Conclusion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1B8C4F6-C3AC-4C94-8EC7-E4F7B7E9CD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2851515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B789310-9859-4942-98C8-3D2F12AAAE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3" y="228600"/>
            <a:ext cx="2969842" cy="6638625"/>
            <a:chOff x="2487613" y="285750"/>
            <a:chExt cx="2428875" cy="5654676"/>
          </a:xfrm>
          <a:solidFill>
            <a:schemeClr val="tx2">
              <a:lumMod val="60000"/>
              <a:lumOff val="40000"/>
              <a:alpha val="40000"/>
            </a:schemeClr>
          </a:solidFill>
        </p:grpSpPr>
        <p:sp>
          <p:nvSpPr>
            <p:cNvPr id="13" name="Freeform 11">
              <a:extLst>
                <a:ext uri="{FF2B5EF4-FFF2-40B4-BE49-F238E27FC236}">
                  <a16:creationId xmlns:a16="http://schemas.microsoft.com/office/drawing/2014/main" id="{FE9E5460-2AA9-4786-B69C-23DBEF3568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4" name="Freeform 12">
              <a:extLst>
                <a:ext uri="{FF2B5EF4-FFF2-40B4-BE49-F238E27FC236}">
                  <a16:creationId xmlns:a16="http://schemas.microsoft.com/office/drawing/2014/main" id="{E344A2AF-3860-4427-B13E-98021C17AB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5" name="Freeform 13">
              <a:extLst>
                <a:ext uri="{FF2B5EF4-FFF2-40B4-BE49-F238E27FC236}">
                  <a16:creationId xmlns:a16="http://schemas.microsoft.com/office/drawing/2014/main" id="{DDBDD44E-1DC0-48AB-8FEC-E098D91974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6" name="Freeform 14">
              <a:extLst>
                <a:ext uri="{FF2B5EF4-FFF2-40B4-BE49-F238E27FC236}">
                  <a16:creationId xmlns:a16="http://schemas.microsoft.com/office/drawing/2014/main" id="{3151FF3E-5E3F-4D82-A684-0003BACEA8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7" name="Freeform 15">
              <a:extLst>
                <a:ext uri="{FF2B5EF4-FFF2-40B4-BE49-F238E27FC236}">
                  <a16:creationId xmlns:a16="http://schemas.microsoft.com/office/drawing/2014/main" id="{C6CBF27E-7F0C-4489-95A7-82DE1C0460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8" name="Freeform 16">
              <a:extLst>
                <a:ext uri="{FF2B5EF4-FFF2-40B4-BE49-F238E27FC236}">
                  <a16:creationId xmlns:a16="http://schemas.microsoft.com/office/drawing/2014/main" id="{233BE304-221E-425E-A484-4B2E5F405B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19" name="Freeform 17">
              <a:extLst>
                <a:ext uri="{FF2B5EF4-FFF2-40B4-BE49-F238E27FC236}">
                  <a16:creationId xmlns:a16="http://schemas.microsoft.com/office/drawing/2014/main" id="{10D5734E-EAEA-4A08-86A9-39BD5563EC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0" name="Freeform 18">
              <a:extLst>
                <a:ext uri="{FF2B5EF4-FFF2-40B4-BE49-F238E27FC236}">
                  <a16:creationId xmlns:a16="http://schemas.microsoft.com/office/drawing/2014/main" id="{4D47FE86-98D1-4E35-86E4-16E9A19A64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1" name="Freeform 19">
              <a:extLst>
                <a:ext uri="{FF2B5EF4-FFF2-40B4-BE49-F238E27FC236}">
                  <a16:creationId xmlns:a16="http://schemas.microsoft.com/office/drawing/2014/main" id="{F00661F9-B224-4DB1-8EFB-ABF9402BDE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2" name="Freeform 20">
              <a:extLst>
                <a:ext uri="{FF2B5EF4-FFF2-40B4-BE49-F238E27FC236}">
                  <a16:creationId xmlns:a16="http://schemas.microsoft.com/office/drawing/2014/main" id="{679DCB4E-8D36-4B7A-AF0C-8399F113AE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3" name="Freeform 21">
              <a:extLst>
                <a:ext uri="{FF2B5EF4-FFF2-40B4-BE49-F238E27FC236}">
                  <a16:creationId xmlns:a16="http://schemas.microsoft.com/office/drawing/2014/main" id="{4FAD51F6-D24C-4FD6-BEAE-41F0E5A825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grpFill/>
            <a:ln>
              <a:noFill/>
            </a:ln>
          </p:spPr>
        </p:sp>
        <p:sp>
          <p:nvSpPr>
            <p:cNvPr id="24" name="Freeform 22">
              <a:extLst>
                <a:ext uri="{FF2B5EF4-FFF2-40B4-BE49-F238E27FC236}">
                  <a16:creationId xmlns:a16="http://schemas.microsoft.com/office/drawing/2014/main" id="{87AC773F-6D31-458A-9DD7-76566C8A9C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grpFill/>
            <a:ln>
              <a:noFill/>
            </a:ln>
          </p:spPr>
        </p:sp>
      </p:grpSp>
      <p:sp>
        <p:nvSpPr>
          <p:cNvPr id="26" name="Freeform 11">
            <a:extLst>
              <a:ext uri="{FF2B5EF4-FFF2-40B4-BE49-F238E27FC236}">
                <a16:creationId xmlns:a16="http://schemas.microsoft.com/office/drawing/2014/main" id="{91328346-8BAD-4616-B50B-5CFDA5648D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159" y="3411452"/>
            <a:ext cx="1098194" cy="514066"/>
          </a:xfrm>
          <a:custGeom>
            <a:avLst/>
            <a:gdLst>
              <a:gd name="connsiteX0" fmla="*/ 10000 w 10044"/>
              <a:gd name="connsiteY0" fmla="*/ 4701 h 9966"/>
              <a:gd name="connsiteX1" fmla="*/ 8559 w 10044"/>
              <a:gd name="connsiteY1" fmla="*/ 188 h 9966"/>
              <a:gd name="connsiteX2" fmla="*/ 8527 w 10044"/>
              <a:gd name="connsiteY2" fmla="*/ 94 h 9966"/>
              <a:gd name="connsiteX3" fmla="*/ 8438 w 10044"/>
              <a:gd name="connsiteY3" fmla="*/ 0 h 9966"/>
              <a:gd name="connsiteX4" fmla="*/ 7867 w 10044"/>
              <a:gd name="connsiteY4" fmla="*/ 0 h 9966"/>
              <a:gd name="connsiteX5" fmla="*/ 0 w 10044"/>
              <a:gd name="connsiteY5" fmla="*/ 70 h 9966"/>
              <a:gd name="connsiteX6" fmla="*/ 3132 w 10044"/>
              <a:gd name="connsiteY6" fmla="*/ 9763 h 9966"/>
              <a:gd name="connsiteX7" fmla="*/ 7867 w 10044"/>
              <a:gd name="connsiteY7" fmla="*/ 9966 h 9966"/>
              <a:gd name="connsiteX8" fmla="*/ 8438 w 10044"/>
              <a:gd name="connsiteY8" fmla="*/ 9966 h 9966"/>
              <a:gd name="connsiteX9" fmla="*/ 8527 w 10044"/>
              <a:gd name="connsiteY9" fmla="*/ 9872 h 9966"/>
              <a:gd name="connsiteX10" fmla="*/ 8559 w 10044"/>
              <a:gd name="connsiteY10" fmla="*/ 9778 h 9966"/>
              <a:gd name="connsiteX11" fmla="*/ 10000 w 10044"/>
              <a:gd name="connsiteY11" fmla="*/ 5265 h 9966"/>
              <a:gd name="connsiteX12" fmla="*/ 10000 w 10044"/>
              <a:gd name="connsiteY12" fmla="*/ 4701 h 9966"/>
              <a:gd name="connsiteX0" fmla="*/ 6839 w 6883"/>
              <a:gd name="connsiteY0" fmla="*/ 4885 h 10168"/>
              <a:gd name="connsiteX1" fmla="*/ 5405 w 6883"/>
              <a:gd name="connsiteY1" fmla="*/ 357 h 10168"/>
              <a:gd name="connsiteX2" fmla="*/ 5373 w 6883"/>
              <a:gd name="connsiteY2" fmla="*/ 262 h 10168"/>
              <a:gd name="connsiteX3" fmla="*/ 5284 w 6883"/>
              <a:gd name="connsiteY3" fmla="*/ 168 h 10168"/>
              <a:gd name="connsiteX4" fmla="*/ 4716 w 6883"/>
              <a:gd name="connsiteY4" fmla="*/ 168 h 10168"/>
              <a:gd name="connsiteX5" fmla="*/ 50 w 6883"/>
              <a:gd name="connsiteY5" fmla="*/ 0 h 10168"/>
              <a:gd name="connsiteX6" fmla="*/ 1 w 6883"/>
              <a:gd name="connsiteY6" fmla="*/ 9964 h 10168"/>
              <a:gd name="connsiteX7" fmla="*/ 4716 w 6883"/>
              <a:gd name="connsiteY7" fmla="*/ 10168 h 10168"/>
              <a:gd name="connsiteX8" fmla="*/ 5284 w 6883"/>
              <a:gd name="connsiteY8" fmla="*/ 10168 h 10168"/>
              <a:gd name="connsiteX9" fmla="*/ 5373 w 6883"/>
              <a:gd name="connsiteY9" fmla="*/ 10074 h 10168"/>
              <a:gd name="connsiteX10" fmla="*/ 5405 w 6883"/>
              <a:gd name="connsiteY10" fmla="*/ 9979 h 10168"/>
              <a:gd name="connsiteX11" fmla="*/ 6839 w 6883"/>
              <a:gd name="connsiteY11" fmla="*/ 5451 h 10168"/>
              <a:gd name="connsiteX12" fmla="*/ 6839 w 6883"/>
              <a:gd name="connsiteY12" fmla="*/ 4885 h 101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883" h="10168">
                <a:moveTo>
                  <a:pt x="6839" y="4885"/>
                </a:moveTo>
                <a:lnTo>
                  <a:pt x="5405" y="357"/>
                </a:lnTo>
                <a:cubicBezTo>
                  <a:pt x="5395" y="325"/>
                  <a:pt x="5383" y="294"/>
                  <a:pt x="5373" y="262"/>
                </a:cubicBezTo>
                <a:cubicBezTo>
                  <a:pt x="5344" y="168"/>
                  <a:pt x="5314" y="168"/>
                  <a:pt x="5284" y="168"/>
                </a:cubicBezTo>
                <a:lnTo>
                  <a:pt x="4716" y="168"/>
                </a:lnTo>
                <a:lnTo>
                  <a:pt x="50" y="0"/>
                </a:lnTo>
                <a:cubicBezTo>
                  <a:pt x="59" y="3322"/>
                  <a:pt x="-8" y="6643"/>
                  <a:pt x="1" y="9964"/>
                </a:cubicBezTo>
                <a:lnTo>
                  <a:pt x="4716" y="10168"/>
                </a:lnTo>
                <a:lnTo>
                  <a:pt x="5284" y="10168"/>
                </a:lnTo>
                <a:cubicBezTo>
                  <a:pt x="5314" y="10168"/>
                  <a:pt x="5344" y="10074"/>
                  <a:pt x="5373" y="10074"/>
                </a:cubicBezTo>
                <a:cubicBezTo>
                  <a:pt x="5373" y="9979"/>
                  <a:pt x="5405" y="9979"/>
                  <a:pt x="5405" y="9979"/>
                </a:cubicBezTo>
                <a:lnTo>
                  <a:pt x="6839" y="5451"/>
                </a:lnTo>
                <a:cubicBezTo>
                  <a:pt x="6898" y="5262"/>
                  <a:pt x="6898" y="5074"/>
                  <a:pt x="6839" y="4885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6F5CCC-2392-B870-29BA-2FF90D8BF6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73062" y="2133600"/>
            <a:ext cx="8131550" cy="377762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Successfully designed a production-ready, secure, and cost-effective cloud blueprint.</a:t>
            </a:r>
          </a:p>
          <a:p>
            <a:r>
              <a:rPr lang="en-US"/>
              <a:t>Ensures 24/7 monitoring, strict security compliance, and rapid disaster recovery.</a:t>
            </a:r>
          </a:p>
          <a:p>
            <a:r>
              <a:rPr lang="en-US"/>
              <a:t>Fully meets the business continuity and operational resilience requirements of LIFT CLUB PK.</a:t>
            </a:r>
          </a:p>
          <a:p>
            <a:r>
              <a:rPr lang="en-US"/>
              <a:t>Thank You! Any Questions?</a:t>
            </a:r>
          </a:p>
        </p:txBody>
      </p:sp>
    </p:spTree>
    <p:extLst>
      <p:ext uri="{BB962C8B-B14F-4D97-AF65-F5344CB8AC3E}">
        <p14:creationId xmlns:p14="http://schemas.microsoft.com/office/powerpoint/2010/main" val="2732415661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647252"/>
      </a:dk2>
      <a:lt2>
        <a:srgbClr val="EAE8CF"/>
      </a:lt2>
      <a:accent1>
        <a:srgbClr val="E78712"/>
      </a:accent1>
      <a:accent2>
        <a:srgbClr val="B73C26"/>
      </a:accent2>
      <a:accent3>
        <a:srgbClr val="865331"/>
      </a:accent3>
      <a:accent4>
        <a:srgbClr val="B38648"/>
      </a:accent4>
      <a:accent5>
        <a:srgbClr val="BBB473"/>
      </a:accent5>
      <a:accent6>
        <a:srgbClr val="849276"/>
      </a:accent6>
      <a:hlink>
        <a:srgbClr val="FDAB2A"/>
      </a:hlink>
      <a:folHlink>
        <a:srgbClr val="CCB182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54F6613E-5ED7-40ED-90A8-F639BE712C0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Wisp</vt:lpstr>
      <vt:lpstr>Title: Cloud Deployment, Monitoring &amp; Business Continuity Blueprint</vt:lpstr>
      <vt:lpstr>Objective &amp; Platform Choice</vt:lpstr>
      <vt:lpstr>Cloud Reference Architecture</vt:lpstr>
      <vt:lpstr>Security &amp; Identity Management</vt:lpstr>
      <vt:lpstr>Business Continuity &amp; Recovery SOP</vt:lpstr>
      <vt:lpstr>Proactive Monitoring &amp; Estimated Cost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53</cp:revision>
  <dcterms:created xsi:type="dcterms:W3CDTF">2026-10-23T14:05:13Z</dcterms:created>
  <dcterms:modified xsi:type="dcterms:W3CDTF">2026-10-23T14:39:47Z</dcterms:modified>
</cp:coreProperties>
</file>